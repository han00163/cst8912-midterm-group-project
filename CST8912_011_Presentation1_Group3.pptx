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1"/>
  </p:notesMasterIdLst>
  <p:sldIdLst>
    <p:sldId id="260" r:id="rId2"/>
    <p:sldId id="261" r:id="rId3"/>
    <p:sldId id="262" r:id="rId4"/>
    <p:sldId id="263" r:id="rId5"/>
    <p:sldId id="264" r:id="rId6"/>
    <p:sldId id="265" r:id="rId7"/>
    <p:sldId id="266" r:id="rId8"/>
    <p:sldId id="267" r:id="rId9"/>
    <p:sldId id="268"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651540-5881-1E34-296F-FF9B96479DA5}" v="175" dt="2026-10-22T06:31:02.233"/>
    <p1510:client id="{A3BA3414-1A72-0786-EE44-C5443DCC81F3}" v="343" dt="2026-10-22T04:52:40.892"/>
    <p1510:client id="{BBBE3D20-FE84-473E-BBA6-9D0D62224E83}" v="68" dt="2026-10-20T21:11:16.302"/>
    <p1510:client id="{FB35EC3F-EF41-3D09-658E-E304A185A6E4}" v="4" dt="2026-10-22T06:34:41.4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ussein Dawod" userId="S::dawo0017@algonquinlive.com::713cb18b-743f-47e4-864b-1259d57e11a2" providerId="AD" clId="Web-{12651540-5881-1E34-296F-FF9B96479DA5}"/>
    <pc:docChg chg="delSld modSld">
      <pc:chgData name="Hussein Dawod" userId="S::dawo0017@algonquinlive.com::713cb18b-743f-47e4-864b-1259d57e11a2" providerId="AD" clId="Web-{12651540-5881-1E34-296F-FF9B96479DA5}" dt="2026-10-22T06:31:02.233" v="176"/>
      <pc:docMkLst>
        <pc:docMk/>
      </pc:docMkLst>
      <pc:sldChg chg="del">
        <pc:chgData name="Hussein Dawod" userId="S::dawo0017@algonquinlive.com::713cb18b-743f-47e4-864b-1259d57e11a2" providerId="AD" clId="Web-{12651540-5881-1E34-296F-FF9B96479DA5}" dt="2026-10-22T05:00:55.749" v="2"/>
        <pc:sldMkLst>
          <pc:docMk/>
          <pc:sldMk cId="1330508910" sldId="256"/>
        </pc:sldMkLst>
      </pc:sldChg>
      <pc:sldChg chg="del">
        <pc:chgData name="Hussein Dawod" userId="S::dawo0017@algonquinlive.com::713cb18b-743f-47e4-864b-1259d57e11a2" providerId="AD" clId="Web-{12651540-5881-1E34-296F-FF9B96479DA5}" dt="2026-10-22T05:00:55.749" v="1"/>
        <pc:sldMkLst>
          <pc:docMk/>
          <pc:sldMk cId="1113826884" sldId="258"/>
        </pc:sldMkLst>
      </pc:sldChg>
      <pc:sldChg chg="del">
        <pc:chgData name="Hussein Dawod" userId="S::dawo0017@algonquinlive.com::713cb18b-743f-47e4-864b-1259d57e11a2" providerId="AD" clId="Web-{12651540-5881-1E34-296F-FF9B96479DA5}" dt="2026-10-22T05:00:55.749" v="0"/>
        <pc:sldMkLst>
          <pc:docMk/>
          <pc:sldMk cId="675814673" sldId="259"/>
        </pc:sldMkLst>
      </pc:sldChg>
      <pc:sldChg chg="addSp delSp modSp">
        <pc:chgData name="Hussein Dawod" userId="S::dawo0017@algonquinlive.com::713cb18b-743f-47e4-864b-1259d57e11a2" providerId="AD" clId="Web-{12651540-5881-1E34-296F-FF9B96479DA5}" dt="2026-10-22T06:17:15.335" v="164" actId="1076"/>
        <pc:sldMkLst>
          <pc:docMk/>
          <pc:sldMk cId="472338632" sldId="260"/>
        </pc:sldMkLst>
        <pc:picChg chg="add mod">
          <ac:chgData name="Hussein Dawod" userId="S::dawo0017@algonquinlive.com::713cb18b-743f-47e4-864b-1259d57e11a2" providerId="AD" clId="Web-{12651540-5881-1E34-296F-FF9B96479DA5}" dt="2026-10-22T06:17:15.335" v="164" actId="1076"/>
          <ac:picMkLst>
            <pc:docMk/>
            <pc:sldMk cId="472338632" sldId="260"/>
            <ac:picMk id="3" creationId="{092CE80B-F063-F8BE-2FF9-4B83FB5394BF}"/>
          </ac:picMkLst>
        </pc:picChg>
        <pc:picChg chg="del">
          <ac:chgData name="Hussein Dawod" userId="S::dawo0017@algonquinlive.com::713cb18b-743f-47e4-864b-1259d57e11a2" providerId="AD" clId="Web-{12651540-5881-1E34-296F-FF9B96479DA5}" dt="2026-10-22T06:09:31.471" v="156"/>
          <ac:picMkLst>
            <pc:docMk/>
            <pc:sldMk cId="472338632" sldId="260"/>
            <ac:picMk id="9" creationId="{66E7203A-7D6D-E425-940B-64C6BB1C7925}"/>
          </ac:picMkLst>
        </pc:picChg>
      </pc:sldChg>
      <pc:sldChg chg="addSp delSp modSp">
        <pc:chgData name="Hussein Dawod" userId="S::dawo0017@algonquinlive.com::713cb18b-743f-47e4-864b-1259d57e11a2" providerId="AD" clId="Web-{12651540-5881-1E34-296F-FF9B96479DA5}" dt="2026-10-22T06:07:21.597" v="155"/>
        <pc:sldMkLst>
          <pc:docMk/>
          <pc:sldMk cId="4056211146" sldId="263"/>
        </pc:sldMkLst>
        <pc:spChg chg="mod">
          <ac:chgData name="Hussein Dawod" userId="S::dawo0017@algonquinlive.com::713cb18b-743f-47e4-864b-1259d57e11a2" providerId="AD" clId="Web-{12651540-5881-1E34-296F-FF9B96479DA5}" dt="2026-10-22T05:32:08.129" v="107" actId="20577"/>
          <ac:spMkLst>
            <pc:docMk/>
            <pc:sldMk cId="4056211146" sldId="263"/>
            <ac:spMk id="3" creationId="{57A03B8F-3DA9-217F-85B5-491D3ECD84A5}"/>
          </ac:spMkLst>
        </pc:spChg>
        <pc:picChg chg="add del mod">
          <ac:chgData name="Hussein Dawod" userId="S::dawo0017@algonquinlive.com::713cb18b-743f-47e4-864b-1259d57e11a2" providerId="AD" clId="Web-{12651540-5881-1E34-296F-FF9B96479DA5}" dt="2026-10-22T05:10:13.805" v="80"/>
          <ac:picMkLst>
            <pc:docMk/>
            <pc:sldMk cId="4056211146" sldId="263"/>
            <ac:picMk id="4" creationId="{2EF5FE8F-9088-F3CC-B498-BBE748BD3E76}"/>
          </ac:picMkLst>
        </pc:picChg>
        <pc:picChg chg="add del mod">
          <ac:chgData name="Hussein Dawod" userId="S::dawo0017@algonquinlive.com::713cb18b-743f-47e4-864b-1259d57e11a2" providerId="AD" clId="Web-{12651540-5881-1E34-296F-FF9B96479DA5}" dt="2026-10-22T05:10:52.258" v="82"/>
          <ac:picMkLst>
            <pc:docMk/>
            <pc:sldMk cId="4056211146" sldId="263"/>
            <ac:picMk id="5" creationId="{3FC426DF-2A0B-7FDE-3FCD-E5F4D6F8387A}"/>
          </ac:picMkLst>
        </pc:picChg>
        <pc:picChg chg="add del mod">
          <ac:chgData name="Hussein Dawod" userId="S::dawo0017@algonquinlive.com::713cb18b-743f-47e4-864b-1259d57e11a2" providerId="AD" clId="Web-{12651540-5881-1E34-296F-FF9B96479DA5}" dt="2026-10-22T05:11:14.242" v="84"/>
          <ac:picMkLst>
            <pc:docMk/>
            <pc:sldMk cId="4056211146" sldId="263"/>
            <ac:picMk id="6" creationId="{4E89B80B-576A-8850-ABCD-BC490B549250}"/>
          </ac:picMkLst>
        </pc:picChg>
        <pc:picChg chg="add del mod">
          <ac:chgData name="Hussein Dawod" userId="S::dawo0017@algonquinlive.com::713cb18b-743f-47e4-864b-1259d57e11a2" providerId="AD" clId="Web-{12651540-5881-1E34-296F-FF9B96479DA5}" dt="2026-10-22T06:06:48.159" v="149"/>
          <ac:picMkLst>
            <pc:docMk/>
            <pc:sldMk cId="4056211146" sldId="263"/>
            <ac:picMk id="7" creationId="{E9A199C3-82AD-F923-AC01-B46C6D4384ED}"/>
          </ac:picMkLst>
        </pc:picChg>
        <pc:picChg chg="add mod">
          <ac:chgData name="Hussein Dawod" userId="S::dawo0017@algonquinlive.com::713cb18b-743f-47e4-864b-1259d57e11a2" providerId="AD" clId="Web-{12651540-5881-1E34-296F-FF9B96479DA5}" dt="2026-10-22T06:07:01.800" v="153" actId="14100"/>
          <ac:picMkLst>
            <pc:docMk/>
            <pc:sldMk cId="4056211146" sldId="263"/>
            <ac:picMk id="8" creationId="{42766FCC-F3F8-62DA-D271-4AB9BD59B36B}"/>
          </ac:picMkLst>
        </pc:picChg>
        <pc:picChg chg="add del mod">
          <ac:chgData name="Hussein Dawod" userId="S::dawo0017@algonquinlive.com::713cb18b-743f-47e4-864b-1259d57e11a2" providerId="AD" clId="Web-{12651540-5881-1E34-296F-FF9B96479DA5}" dt="2026-10-22T06:07:21.597" v="155"/>
          <ac:picMkLst>
            <pc:docMk/>
            <pc:sldMk cId="4056211146" sldId="263"/>
            <ac:picMk id="9" creationId="{634E2A5D-ABB0-1B0A-F1F0-1FFB9C09DD9E}"/>
          </ac:picMkLst>
        </pc:picChg>
      </pc:sldChg>
      <pc:sldChg chg="addSp delSp modSp">
        <pc:chgData name="Hussein Dawod" userId="S::dawo0017@algonquinlive.com::713cb18b-743f-47e4-864b-1259d57e11a2" providerId="AD" clId="Web-{12651540-5881-1E34-296F-FF9B96479DA5}" dt="2026-10-22T06:31:02.233" v="176"/>
        <pc:sldMkLst>
          <pc:docMk/>
          <pc:sldMk cId="1998611066" sldId="264"/>
        </pc:sldMkLst>
        <pc:spChg chg="mod">
          <ac:chgData name="Hussein Dawod" userId="S::dawo0017@algonquinlive.com::713cb18b-743f-47e4-864b-1259d57e11a2" providerId="AD" clId="Web-{12651540-5881-1E34-296F-FF9B96479DA5}" dt="2026-10-22T06:00:23.852" v="148" actId="20577"/>
          <ac:spMkLst>
            <pc:docMk/>
            <pc:sldMk cId="1998611066" sldId="264"/>
            <ac:spMk id="3" creationId="{DB6F84E8-F660-EAFE-DC47-DF067DB8C19C}"/>
          </ac:spMkLst>
        </pc:spChg>
        <pc:picChg chg="add del mod">
          <ac:chgData name="Hussein Dawod" userId="S::dawo0017@algonquinlive.com::713cb18b-743f-47e4-864b-1259d57e11a2" providerId="AD" clId="Web-{12651540-5881-1E34-296F-FF9B96479DA5}" dt="2026-10-22T06:31:00.483" v="175"/>
          <ac:picMkLst>
            <pc:docMk/>
            <pc:sldMk cId="1998611066" sldId="264"/>
            <ac:picMk id="4" creationId="{AE8F5830-83EE-5A54-DC32-52900E3A4102}"/>
          </ac:picMkLst>
        </pc:picChg>
        <pc:picChg chg="add del mod">
          <ac:chgData name="Hussein Dawod" userId="S::dawo0017@algonquinlive.com::713cb18b-743f-47e4-864b-1259d57e11a2" providerId="AD" clId="Web-{12651540-5881-1E34-296F-FF9B96479DA5}" dt="2026-10-22T06:31:02.233" v="176"/>
          <ac:picMkLst>
            <pc:docMk/>
            <pc:sldMk cId="1998611066" sldId="264"/>
            <ac:picMk id="5" creationId="{FEE5A093-DD18-CB46-2081-F249DA0C355B}"/>
          </ac:picMkLst>
        </pc:picChg>
      </pc:sldChg>
      <pc:sldChg chg="modSp">
        <pc:chgData name="Hussein Dawod" userId="S::dawo0017@algonquinlive.com::713cb18b-743f-47e4-864b-1259d57e11a2" providerId="AD" clId="Web-{12651540-5881-1E34-296F-FF9B96479DA5}" dt="2026-10-22T05:13:06.334" v="106" actId="20577"/>
        <pc:sldMkLst>
          <pc:docMk/>
          <pc:sldMk cId="2196806798" sldId="268"/>
        </pc:sldMkLst>
        <pc:spChg chg="mod">
          <ac:chgData name="Hussein Dawod" userId="S::dawo0017@algonquinlive.com::713cb18b-743f-47e4-864b-1259d57e11a2" providerId="AD" clId="Web-{12651540-5881-1E34-296F-FF9B96479DA5}" dt="2026-10-22T05:13:06.334" v="106" actId="20577"/>
          <ac:spMkLst>
            <pc:docMk/>
            <pc:sldMk cId="2196806798" sldId="268"/>
            <ac:spMk id="3" creationId="{F2561ECC-AF71-D7A6-6147-A8A17F25398C}"/>
          </ac:spMkLst>
        </pc:spChg>
      </pc:sldChg>
    </pc:docChg>
  </pc:docChgLst>
  <pc:docChgLst>
    <pc:chgData name="Xiaoting Zheng" userId="S::zhen0133@algonquinlive.com::72237415-4a05-4ccd-b76c-724ae1aa94af" providerId="AD" clId="Web-{A3BA3414-1A72-0786-EE44-C5443DCC81F3}"/>
    <pc:docChg chg="addSld delSld modSld">
      <pc:chgData name="Xiaoting Zheng" userId="S::zhen0133@algonquinlive.com::72237415-4a05-4ccd-b76c-724ae1aa94af" providerId="AD" clId="Web-{A3BA3414-1A72-0786-EE44-C5443DCC81F3}" dt="2026-10-22T04:52:40.892" v="334" actId="1076"/>
      <pc:docMkLst>
        <pc:docMk/>
      </pc:docMkLst>
      <pc:sldChg chg="addSp delSp modSp add del">
        <pc:chgData name="Xiaoting Zheng" userId="S::zhen0133@algonquinlive.com::72237415-4a05-4ccd-b76c-724ae1aa94af" providerId="AD" clId="Web-{A3BA3414-1A72-0786-EE44-C5443DCC81F3}" dt="2026-10-22T03:20:52.098" v="19"/>
        <pc:sldMkLst>
          <pc:docMk/>
          <pc:sldMk cId="1330508910" sldId="256"/>
        </pc:sldMkLst>
        <pc:picChg chg="add del mod">
          <ac:chgData name="Xiaoting Zheng" userId="S::zhen0133@algonquinlive.com::72237415-4a05-4ccd-b76c-724ae1aa94af" providerId="AD" clId="Web-{A3BA3414-1A72-0786-EE44-C5443DCC81F3}" dt="2026-10-22T03:19:06.019" v="9"/>
          <ac:picMkLst>
            <pc:docMk/>
            <pc:sldMk cId="1330508910" sldId="256"/>
            <ac:picMk id="4" creationId="{DFA66758-6C92-ECCF-DE27-28C04367AEF4}"/>
          </ac:picMkLst>
        </pc:picChg>
      </pc:sldChg>
      <pc:sldChg chg="addSp delSp modSp add del mod setBg setClrOvrMap">
        <pc:chgData name="Xiaoting Zheng" userId="S::zhen0133@algonquinlive.com::72237415-4a05-4ccd-b76c-724ae1aa94af" providerId="AD" clId="Web-{A3BA3414-1A72-0786-EE44-C5443DCC81F3}" dt="2026-10-22T04:51:04.344" v="332"/>
        <pc:sldMkLst>
          <pc:docMk/>
          <pc:sldMk cId="2915910398" sldId="257"/>
        </pc:sldMkLst>
        <pc:spChg chg="add del mod">
          <ac:chgData name="Xiaoting Zheng" userId="S::zhen0133@algonquinlive.com::72237415-4a05-4ccd-b76c-724ae1aa94af" providerId="AD" clId="Web-{A3BA3414-1A72-0786-EE44-C5443DCC81F3}" dt="2026-10-22T04:29:39.252" v="235"/>
          <ac:spMkLst>
            <pc:docMk/>
            <pc:sldMk cId="2915910398" sldId="257"/>
            <ac:spMk id="2" creationId="{C5884760-15F5-52AD-5A71-BDBA139A8893}"/>
          </ac:spMkLst>
        </pc:spChg>
        <pc:spChg chg="add del">
          <ac:chgData name="Xiaoting Zheng" userId="S::zhen0133@algonquinlive.com::72237415-4a05-4ccd-b76c-724ae1aa94af" providerId="AD" clId="Web-{A3BA3414-1A72-0786-EE44-C5443DCC81F3}" dt="2026-10-22T04:27:38.485" v="222"/>
          <ac:spMkLst>
            <pc:docMk/>
            <pc:sldMk cId="2915910398" sldId="257"/>
            <ac:spMk id="3" creationId="{AC6A748D-E5FA-4015-F9BA-E16456391EA5}"/>
          </ac:spMkLst>
        </pc:spChg>
        <pc:spChg chg="add del">
          <ac:chgData name="Xiaoting Zheng" userId="S::zhen0133@algonquinlive.com::72237415-4a05-4ccd-b76c-724ae1aa94af" providerId="AD" clId="Web-{A3BA3414-1A72-0786-EE44-C5443DCC81F3}" dt="2026-10-22T04:29:21.658" v="231"/>
          <ac:spMkLst>
            <pc:docMk/>
            <pc:sldMk cId="2915910398" sldId="257"/>
            <ac:spMk id="7" creationId="{12425D82-CD5E-45A4-9542-70951E59F2D1}"/>
          </ac:spMkLst>
        </pc:spChg>
        <pc:spChg chg="add del">
          <ac:chgData name="Xiaoting Zheng" userId="S::zhen0133@algonquinlive.com::72237415-4a05-4ccd-b76c-724ae1aa94af" providerId="AD" clId="Web-{A3BA3414-1A72-0786-EE44-C5443DCC81F3}" dt="2026-10-22T04:29:21.658" v="231"/>
          <ac:spMkLst>
            <pc:docMk/>
            <pc:sldMk cId="2915910398" sldId="257"/>
            <ac:spMk id="8" creationId="{221DB897-A621-4D5F-AC81-91199AC4370E}"/>
          </ac:spMkLst>
        </pc:spChg>
        <pc:spChg chg="add del">
          <ac:chgData name="Xiaoting Zheng" userId="S::zhen0133@algonquinlive.com::72237415-4a05-4ccd-b76c-724ae1aa94af" providerId="AD" clId="Web-{A3BA3414-1A72-0786-EE44-C5443DCC81F3}" dt="2026-10-22T03:18:55.222" v="7"/>
          <ac:spMkLst>
            <pc:docMk/>
            <pc:sldMk cId="2915910398" sldId="257"/>
            <ac:spMk id="13" creationId="{DA1DAC79-DDBA-4382-9D43-6E5F685BE5FB}"/>
          </ac:spMkLst>
        </pc:spChg>
        <pc:spChg chg="add del">
          <ac:chgData name="Xiaoting Zheng" userId="S::zhen0133@algonquinlive.com::72237415-4a05-4ccd-b76c-724ae1aa94af" providerId="AD" clId="Web-{A3BA3414-1A72-0786-EE44-C5443DCC81F3}" dt="2026-10-22T04:29:21.658" v="231"/>
          <ac:spMkLst>
            <pc:docMk/>
            <pc:sldMk cId="2915910398" sldId="257"/>
            <ac:spMk id="14" creationId="{4AC0CD9D-7610-4620-93B4-798CCD9AB581}"/>
          </ac:spMkLst>
        </pc:spChg>
        <pc:spChg chg="add del">
          <ac:chgData name="Xiaoting Zheng" userId="S::zhen0133@algonquinlive.com::72237415-4a05-4ccd-b76c-724ae1aa94af" providerId="AD" clId="Web-{A3BA3414-1A72-0786-EE44-C5443DCC81F3}" dt="2026-10-22T03:18:55.222" v="7"/>
          <ac:spMkLst>
            <pc:docMk/>
            <pc:sldMk cId="2915910398" sldId="257"/>
            <ac:spMk id="19" creationId="{6AACA73D-178F-4CFC-99E3-9F4FCBBDBA83}"/>
          </ac:spMkLst>
        </pc:spChg>
        <pc:spChg chg="add del">
          <ac:chgData name="Xiaoting Zheng" userId="S::zhen0133@algonquinlive.com::72237415-4a05-4ccd-b76c-724ae1aa94af" providerId="AD" clId="Web-{A3BA3414-1A72-0786-EE44-C5443DCC81F3}" dt="2026-10-22T04:29:21.658" v="231"/>
          <ac:spMkLst>
            <pc:docMk/>
            <pc:sldMk cId="2915910398" sldId="257"/>
            <ac:spMk id="20" creationId="{DE4D62F9-188E-4530-84C2-24BDEE4BEB82}"/>
          </ac:spMkLst>
        </pc:spChg>
        <pc:spChg chg="add del">
          <ac:chgData name="Xiaoting Zheng" userId="S::zhen0133@algonquinlive.com::72237415-4a05-4ccd-b76c-724ae1aa94af" providerId="AD" clId="Web-{A3BA3414-1A72-0786-EE44-C5443DCC81F3}" dt="2026-10-22T04:29:21.658" v="231"/>
          <ac:spMkLst>
            <pc:docMk/>
            <pc:sldMk cId="2915910398" sldId="257"/>
            <ac:spMk id="22" creationId="{D67CA421-FA2B-47ED-A101-F8BBEBB2976B}"/>
          </ac:spMkLst>
        </pc:spChg>
        <pc:spChg chg="add del">
          <ac:chgData name="Xiaoting Zheng" userId="S::zhen0133@algonquinlive.com::72237415-4a05-4ccd-b76c-724ae1aa94af" providerId="AD" clId="Web-{A3BA3414-1A72-0786-EE44-C5443DCC81F3}" dt="2026-10-22T03:18:49.941" v="6"/>
          <ac:spMkLst>
            <pc:docMk/>
            <pc:sldMk cId="2915910398" sldId="257"/>
            <ac:spMk id="28" creationId="{DA1DAC79-DDBA-4382-9D43-6E5F685BE5FB}"/>
          </ac:spMkLst>
        </pc:spChg>
        <pc:spChg chg="add del">
          <ac:chgData name="Xiaoting Zheng" userId="S::zhen0133@algonquinlive.com::72237415-4a05-4ccd-b76c-724ae1aa94af" providerId="AD" clId="Web-{A3BA3414-1A72-0786-EE44-C5443DCC81F3}" dt="2026-10-22T04:29:39.252" v="235"/>
          <ac:spMkLst>
            <pc:docMk/>
            <pc:sldMk cId="2915910398" sldId="257"/>
            <ac:spMk id="29" creationId="{989BE678-777B-482A-A616-FEDC47B162E5}"/>
          </ac:spMkLst>
        </pc:spChg>
        <pc:spChg chg="add del">
          <ac:chgData name="Xiaoting Zheng" userId="S::zhen0133@algonquinlive.com::72237415-4a05-4ccd-b76c-724ae1aa94af" providerId="AD" clId="Web-{A3BA3414-1A72-0786-EE44-C5443DCC81F3}" dt="2026-10-22T03:18:49.941" v="6"/>
          <ac:spMkLst>
            <pc:docMk/>
            <pc:sldMk cId="2915910398" sldId="257"/>
            <ac:spMk id="34" creationId="{6AACA73D-178F-4CFC-99E3-9F4FCBBDBA83}"/>
          </ac:spMkLst>
        </pc:spChg>
        <pc:spChg chg="add del">
          <ac:chgData name="Xiaoting Zheng" userId="S::zhen0133@algonquinlive.com::72237415-4a05-4ccd-b76c-724ae1aa94af" providerId="AD" clId="Web-{A3BA3414-1A72-0786-EE44-C5443DCC81F3}" dt="2026-10-22T04:29:39.252" v="235"/>
          <ac:spMkLst>
            <pc:docMk/>
            <pc:sldMk cId="2915910398" sldId="257"/>
            <ac:spMk id="35" creationId="{D28BE0C3-2102-4820-B88B-A448B1840D14}"/>
          </ac:spMkLst>
        </pc:spChg>
        <pc:picChg chg="add del mod ord">
          <ac:chgData name="Xiaoting Zheng" userId="S::zhen0133@algonquinlive.com::72237415-4a05-4ccd-b76c-724ae1aa94af" providerId="AD" clId="Web-{A3BA3414-1A72-0786-EE44-C5443DCC81F3}" dt="2026-10-22T03:19:04.800" v="8"/>
          <ac:picMkLst>
            <pc:docMk/>
            <pc:sldMk cId="2915910398" sldId="257"/>
            <ac:picMk id="4" creationId="{98FF6348-D8A8-8222-0926-A89DF932190F}"/>
          </ac:picMkLst>
        </pc:picChg>
        <pc:picChg chg="add del mod">
          <ac:chgData name="Xiaoting Zheng" userId="S::zhen0133@algonquinlive.com::72237415-4a05-4ccd-b76c-724ae1aa94af" providerId="AD" clId="Web-{A3BA3414-1A72-0786-EE44-C5443DCC81F3}" dt="2026-10-22T04:27:58.814" v="226"/>
          <ac:picMkLst>
            <pc:docMk/>
            <pc:sldMk cId="2915910398" sldId="257"/>
            <ac:picMk id="4" creationId="{EA5F1A9E-9C91-9552-9892-AE18BF4D747A}"/>
          </ac:picMkLst>
        </pc:picChg>
        <pc:picChg chg="add mod">
          <ac:chgData name="Xiaoting Zheng" userId="S::zhen0133@algonquinlive.com::72237415-4a05-4ccd-b76c-724ae1aa94af" providerId="AD" clId="Web-{A3BA3414-1A72-0786-EE44-C5443DCC81F3}" dt="2026-10-22T04:29:39.252" v="235"/>
          <ac:picMkLst>
            <pc:docMk/>
            <pc:sldMk cId="2915910398" sldId="257"/>
            <ac:picMk id="5" creationId="{CE7CD14B-D608-B1F3-479D-B229EF1A599E}"/>
          </ac:picMkLst>
        </pc:picChg>
        <pc:picChg chg="add del">
          <ac:chgData name="Xiaoting Zheng" userId="S::zhen0133@algonquinlive.com::72237415-4a05-4ccd-b76c-724ae1aa94af" providerId="AD" clId="Web-{A3BA3414-1A72-0786-EE44-C5443DCC81F3}" dt="2026-10-22T03:18:55.222" v="7"/>
          <ac:picMkLst>
            <pc:docMk/>
            <pc:sldMk cId="2915910398" sldId="257"/>
            <ac:picMk id="9" creationId="{5B89E5C5-A037-45B3-9D37-3658914D4799}"/>
          </ac:picMkLst>
        </pc:picChg>
        <pc:picChg chg="add del">
          <ac:chgData name="Xiaoting Zheng" userId="S::zhen0133@algonquinlive.com::72237415-4a05-4ccd-b76c-724ae1aa94af" providerId="AD" clId="Web-{A3BA3414-1A72-0786-EE44-C5443DCC81F3}" dt="2026-10-22T04:29:21.658" v="231"/>
          <ac:picMkLst>
            <pc:docMk/>
            <pc:sldMk cId="2915910398" sldId="257"/>
            <ac:picMk id="10" creationId="{41B68C77-138E-4BF7-A276-BD0C78A4219F}"/>
          </ac:picMkLst>
        </pc:picChg>
        <pc:picChg chg="add del">
          <ac:chgData name="Xiaoting Zheng" userId="S::zhen0133@algonquinlive.com::72237415-4a05-4ccd-b76c-724ae1aa94af" providerId="AD" clId="Web-{A3BA3414-1A72-0786-EE44-C5443DCC81F3}" dt="2026-10-22T03:18:55.222" v="7"/>
          <ac:picMkLst>
            <pc:docMk/>
            <pc:sldMk cId="2915910398" sldId="257"/>
            <ac:picMk id="11" creationId="{5ACB93B0-521E-443D-9750-AFCFDDB3E801}"/>
          </ac:picMkLst>
        </pc:picChg>
        <pc:picChg chg="add">
          <ac:chgData name="Xiaoting Zheng" userId="S::zhen0133@algonquinlive.com::72237415-4a05-4ccd-b76c-724ae1aa94af" providerId="AD" clId="Web-{A3BA3414-1A72-0786-EE44-C5443DCC81F3}" dt="2026-10-22T04:29:08.924" v="230"/>
          <ac:picMkLst>
            <pc:docMk/>
            <pc:sldMk cId="2915910398" sldId="257"/>
            <ac:picMk id="12" creationId="{7C268552-D473-46ED-B1B8-422042C4DEF1}"/>
          </ac:picMkLst>
        </pc:picChg>
        <pc:picChg chg="add del">
          <ac:chgData name="Xiaoting Zheng" userId="S::zhen0133@algonquinlive.com::72237415-4a05-4ccd-b76c-724ae1aa94af" providerId="AD" clId="Web-{A3BA3414-1A72-0786-EE44-C5443DCC81F3}" dt="2026-10-22T03:18:55.222" v="7"/>
          <ac:picMkLst>
            <pc:docMk/>
            <pc:sldMk cId="2915910398" sldId="257"/>
            <ac:picMk id="15" creationId="{E0880F10-995F-4F01-A83B-7ECDB7BE7905}"/>
          </ac:picMkLst>
        </pc:picChg>
        <pc:picChg chg="del">
          <ac:chgData name="Xiaoting Zheng" userId="S::zhen0133@algonquinlive.com::72237415-4a05-4ccd-b76c-724ae1aa94af" providerId="AD" clId="Web-{A3BA3414-1A72-0786-EE44-C5443DCC81F3}" dt="2026-10-22T04:29:21.658" v="231"/>
          <ac:picMkLst>
            <pc:docMk/>
            <pc:sldMk cId="2915910398" sldId="257"/>
            <ac:picMk id="16" creationId="{B9238B3E-24AA-439A-B527-6C5DF6D72145}"/>
          </ac:picMkLst>
        </pc:picChg>
        <pc:picChg chg="add del">
          <ac:chgData name="Xiaoting Zheng" userId="S::zhen0133@algonquinlive.com::72237415-4a05-4ccd-b76c-724ae1aa94af" providerId="AD" clId="Web-{A3BA3414-1A72-0786-EE44-C5443DCC81F3}" dt="2026-10-22T03:18:55.222" v="7"/>
          <ac:picMkLst>
            <pc:docMk/>
            <pc:sldMk cId="2915910398" sldId="257"/>
            <ac:picMk id="17" creationId="{A2D49266-1F08-40F2-B0E1-1D919DCB5780}"/>
          </ac:picMkLst>
        </pc:picChg>
        <pc:picChg chg="add del">
          <ac:chgData name="Xiaoting Zheng" userId="S::zhen0133@algonquinlive.com::72237415-4a05-4ccd-b76c-724ae1aa94af" providerId="AD" clId="Web-{A3BA3414-1A72-0786-EE44-C5443DCC81F3}" dt="2026-10-22T04:29:21.658" v="231"/>
          <ac:picMkLst>
            <pc:docMk/>
            <pc:sldMk cId="2915910398" sldId="257"/>
            <ac:picMk id="18" creationId="{69F01145-BEA3-4CBF-AA21-10077B948CA8}"/>
          </ac:picMkLst>
        </pc:picChg>
        <pc:picChg chg="add del">
          <ac:chgData name="Xiaoting Zheng" userId="S::zhen0133@algonquinlive.com::72237415-4a05-4ccd-b76c-724ae1aa94af" providerId="AD" clId="Web-{A3BA3414-1A72-0786-EE44-C5443DCC81F3}" dt="2026-10-22T03:18:49.941" v="6"/>
          <ac:picMkLst>
            <pc:docMk/>
            <pc:sldMk cId="2915910398" sldId="257"/>
            <ac:picMk id="24" creationId="{5B89E5C5-A037-45B3-9D37-3658914D4799}"/>
          </ac:picMkLst>
        </pc:picChg>
        <pc:picChg chg="add del">
          <ac:chgData name="Xiaoting Zheng" userId="S::zhen0133@algonquinlive.com::72237415-4a05-4ccd-b76c-724ae1aa94af" providerId="AD" clId="Web-{A3BA3414-1A72-0786-EE44-C5443DCC81F3}" dt="2026-10-22T04:29:39.252" v="235"/>
          <ac:picMkLst>
            <pc:docMk/>
            <pc:sldMk cId="2915910398" sldId="257"/>
            <ac:picMk id="25" creationId="{DF19BAF3-7E20-4B9D-B544-BABAEEA1FA75}"/>
          </ac:picMkLst>
        </pc:picChg>
        <pc:picChg chg="add del">
          <ac:chgData name="Xiaoting Zheng" userId="S::zhen0133@algonquinlive.com::72237415-4a05-4ccd-b76c-724ae1aa94af" providerId="AD" clId="Web-{A3BA3414-1A72-0786-EE44-C5443DCC81F3}" dt="2026-10-22T03:18:49.941" v="6"/>
          <ac:picMkLst>
            <pc:docMk/>
            <pc:sldMk cId="2915910398" sldId="257"/>
            <ac:picMk id="26" creationId="{5ACB93B0-521E-443D-9750-AFCFDDB3E801}"/>
          </ac:picMkLst>
        </pc:picChg>
        <pc:picChg chg="add del">
          <ac:chgData name="Xiaoting Zheng" userId="S::zhen0133@algonquinlive.com::72237415-4a05-4ccd-b76c-724ae1aa94af" providerId="AD" clId="Web-{A3BA3414-1A72-0786-EE44-C5443DCC81F3}" dt="2026-10-22T04:29:39.252" v="235"/>
          <ac:picMkLst>
            <pc:docMk/>
            <pc:sldMk cId="2915910398" sldId="257"/>
            <ac:picMk id="27" creationId="{950648F4-ABCD-4DF0-8641-76CFB2354721}"/>
          </ac:picMkLst>
        </pc:picChg>
        <pc:picChg chg="add del">
          <ac:chgData name="Xiaoting Zheng" userId="S::zhen0133@algonquinlive.com::72237415-4a05-4ccd-b76c-724ae1aa94af" providerId="AD" clId="Web-{A3BA3414-1A72-0786-EE44-C5443DCC81F3}" dt="2026-10-22T03:18:49.941" v="6"/>
          <ac:picMkLst>
            <pc:docMk/>
            <pc:sldMk cId="2915910398" sldId="257"/>
            <ac:picMk id="30" creationId="{E0880F10-995F-4F01-A83B-7ECDB7BE7905}"/>
          </ac:picMkLst>
        </pc:picChg>
        <pc:picChg chg="add del">
          <ac:chgData name="Xiaoting Zheng" userId="S::zhen0133@algonquinlive.com::72237415-4a05-4ccd-b76c-724ae1aa94af" providerId="AD" clId="Web-{A3BA3414-1A72-0786-EE44-C5443DCC81F3}" dt="2026-10-22T04:29:39.252" v="235"/>
          <ac:picMkLst>
            <pc:docMk/>
            <pc:sldMk cId="2915910398" sldId="257"/>
            <ac:picMk id="31" creationId="{CF1EB4BD-9C7E-4AA3-9681-C7EB0DA6250B}"/>
          </ac:picMkLst>
        </pc:picChg>
        <pc:picChg chg="add del">
          <ac:chgData name="Xiaoting Zheng" userId="S::zhen0133@algonquinlive.com::72237415-4a05-4ccd-b76c-724ae1aa94af" providerId="AD" clId="Web-{A3BA3414-1A72-0786-EE44-C5443DCC81F3}" dt="2026-10-22T04:29:39.252" v="235"/>
          <ac:picMkLst>
            <pc:docMk/>
            <pc:sldMk cId="2915910398" sldId="257"/>
            <ac:picMk id="33" creationId="{94AAE3AA-3759-4D28-B0EF-575F25A5146C}"/>
          </ac:picMkLst>
        </pc:picChg>
      </pc:sldChg>
      <pc:sldChg chg="add del">
        <pc:chgData name="Xiaoting Zheng" userId="S::zhen0133@algonquinlive.com::72237415-4a05-4ccd-b76c-724ae1aa94af" providerId="AD" clId="Web-{A3BA3414-1A72-0786-EE44-C5443DCC81F3}" dt="2026-10-22T03:20:52.629" v="21"/>
        <pc:sldMkLst>
          <pc:docMk/>
          <pc:sldMk cId="1113826884" sldId="258"/>
        </pc:sldMkLst>
      </pc:sldChg>
      <pc:sldChg chg="add del">
        <pc:chgData name="Xiaoting Zheng" userId="S::zhen0133@algonquinlive.com::72237415-4a05-4ccd-b76c-724ae1aa94af" providerId="AD" clId="Web-{A3BA3414-1A72-0786-EE44-C5443DCC81F3}" dt="2026-10-22T03:20:52.895" v="22"/>
        <pc:sldMkLst>
          <pc:docMk/>
          <pc:sldMk cId="675814673" sldId="259"/>
        </pc:sldMkLst>
      </pc:sldChg>
      <pc:sldChg chg="addSp delSp modSp add modNotes">
        <pc:chgData name="Xiaoting Zheng" userId="S::zhen0133@algonquinlive.com::72237415-4a05-4ccd-b76c-724ae1aa94af" providerId="AD" clId="Web-{A3BA3414-1A72-0786-EE44-C5443DCC81F3}" dt="2026-10-22T04:22:46.967" v="204" actId="1076"/>
        <pc:sldMkLst>
          <pc:docMk/>
          <pc:sldMk cId="472338632" sldId="260"/>
        </pc:sldMkLst>
        <pc:spChg chg="mod">
          <ac:chgData name="Xiaoting Zheng" userId="S::zhen0133@algonquinlive.com::72237415-4a05-4ccd-b76c-724ae1aa94af" providerId="AD" clId="Web-{A3BA3414-1A72-0786-EE44-C5443DCC81F3}" dt="2026-10-22T04:22:40.857" v="202" actId="1076"/>
          <ac:spMkLst>
            <pc:docMk/>
            <pc:sldMk cId="472338632" sldId="260"/>
            <ac:spMk id="2" creationId="{B42DEB0C-E09D-F50C-56C7-19588C7C5AE2}"/>
          </ac:spMkLst>
        </pc:spChg>
        <pc:spChg chg="del mod">
          <ac:chgData name="Xiaoting Zheng" userId="S::zhen0133@algonquinlive.com::72237415-4a05-4ccd-b76c-724ae1aa94af" providerId="AD" clId="Web-{A3BA3414-1A72-0786-EE44-C5443DCC81F3}" dt="2026-10-22T04:12:56.609" v="134"/>
          <ac:spMkLst>
            <pc:docMk/>
            <pc:sldMk cId="472338632" sldId="260"/>
            <ac:spMk id="3" creationId="{6AFA05B9-BE15-C371-83D3-B5FF5BD2BF45}"/>
          </ac:spMkLst>
        </pc:spChg>
        <pc:spChg chg="del mod">
          <ac:chgData name="Xiaoting Zheng" userId="S::zhen0133@algonquinlive.com::72237415-4a05-4ccd-b76c-724ae1aa94af" providerId="AD" clId="Web-{A3BA3414-1A72-0786-EE44-C5443DCC81F3}" dt="2026-10-22T04:08:38.341" v="83"/>
          <ac:spMkLst>
            <pc:docMk/>
            <pc:sldMk cId="472338632" sldId="260"/>
            <ac:spMk id="4" creationId="{72B27499-D2DE-E6EF-41B4-D7453FB92BE8}"/>
          </ac:spMkLst>
        </pc:spChg>
        <pc:spChg chg="add del mod">
          <ac:chgData name="Xiaoting Zheng" userId="S::zhen0133@algonquinlive.com::72237415-4a05-4ccd-b76c-724ae1aa94af" providerId="AD" clId="Web-{A3BA3414-1A72-0786-EE44-C5443DCC81F3}" dt="2026-10-22T03:56:11.582" v="34"/>
          <ac:spMkLst>
            <pc:docMk/>
            <pc:sldMk cId="472338632" sldId="260"/>
            <ac:spMk id="6" creationId="{3B39FCEF-021F-C52A-3416-D265F3401E3E}"/>
          </ac:spMkLst>
        </pc:spChg>
        <pc:spChg chg="add mod">
          <ac:chgData name="Xiaoting Zheng" userId="S::zhen0133@algonquinlive.com::72237415-4a05-4ccd-b76c-724ae1aa94af" providerId="AD" clId="Web-{A3BA3414-1A72-0786-EE44-C5443DCC81F3}" dt="2026-10-22T04:22:45.076" v="203" actId="1076"/>
          <ac:spMkLst>
            <pc:docMk/>
            <pc:sldMk cId="472338632" sldId="260"/>
            <ac:spMk id="7" creationId="{0D5CE49B-1EDA-A256-7C74-0A1577A6C378}"/>
          </ac:spMkLst>
        </pc:spChg>
        <pc:spChg chg="add del mod">
          <ac:chgData name="Xiaoting Zheng" userId="S::zhen0133@algonquinlive.com::72237415-4a05-4ccd-b76c-724ae1aa94af" providerId="AD" clId="Web-{A3BA3414-1A72-0786-EE44-C5443DCC81F3}" dt="2026-10-22T04:14:10.220" v="177"/>
          <ac:spMkLst>
            <pc:docMk/>
            <pc:sldMk cId="472338632" sldId="260"/>
            <ac:spMk id="11" creationId="{70876229-0C1B-67F3-1E8D-5CA9B1AE5BBC}"/>
          </ac:spMkLst>
        </pc:spChg>
        <pc:spChg chg="add mod">
          <ac:chgData name="Xiaoting Zheng" userId="S::zhen0133@algonquinlive.com::72237415-4a05-4ccd-b76c-724ae1aa94af" providerId="AD" clId="Web-{A3BA3414-1A72-0786-EE44-C5443DCC81F3}" dt="2026-10-22T04:22:46.967" v="204" actId="1076"/>
          <ac:spMkLst>
            <pc:docMk/>
            <pc:sldMk cId="472338632" sldId="260"/>
            <ac:spMk id="12" creationId="{B12C3729-F485-B1E1-2735-FEE90544EE7B}"/>
          </ac:spMkLst>
        </pc:spChg>
        <pc:picChg chg="add mod">
          <ac:chgData name="Xiaoting Zheng" userId="S::zhen0133@algonquinlive.com::72237415-4a05-4ccd-b76c-724ae1aa94af" providerId="AD" clId="Web-{A3BA3414-1A72-0786-EE44-C5443DCC81F3}" dt="2026-10-22T04:11:04.218" v="102" actId="1076"/>
          <ac:picMkLst>
            <pc:docMk/>
            <pc:sldMk cId="472338632" sldId="260"/>
            <ac:picMk id="9" creationId="{66E7203A-7D6D-E425-940B-64C6BB1C7925}"/>
          </ac:picMkLst>
        </pc:picChg>
        <pc:picChg chg="add del mod">
          <ac:chgData name="Xiaoting Zheng" userId="S::zhen0133@algonquinlive.com::72237415-4a05-4ccd-b76c-724ae1aa94af" providerId="AD" clId="Web-{A3BA3414-1A72-0786-EE44-C5443DCC81F3}" dt="2026-10-22T04:18:11.978" v="187"/>
          <ac:picMkLst>
            <pc:docMk/>
            <pc:sldMk cId="472338632" sldId="260"/>
            <ac:picMk id="13" creationId="{039533E3-5528-A705-9901-CF0503D7C15A}"/>
          </ac:picMkLst>
        </pc:picChg>
        <pc:picChg chg="add del mod">
          <ac:chgData name="Xiaoting Zheng" userId="S::zhen0133@algonquinlive.com::72237415-4a05-4ccd-b76c-724ae1aa94af" providerId="AD" clId="Web-{A3BA3414-1A72-0786-EE44-C5443DCC81F3}" dt="2026-10-22T04:18:22.885" v="189"/>
          <ac:picMkLst>
            <pc:docMk/>
            <pc:sldMk cId="472338632" sldId="260"/>
            <ac:picMk id="14" creationId="{FFA5767C-E204-ADD1-410F-258EE217BDA9}"/>
          </ac:picMkLst>
        </pc:picChg>
      </pc:sldChg>
      <pc:sldChg chg="addSp delSp modSp add mod setBg setClrOvrMap modNotes">
        <pc:chgData name="Xiaoting Zheng" userId="S::zhen0133@algonquinlive.com::72237415-4a05-4ccd-b76c-724ae1aa94af" providerId="AD" clId="Web-{A3BA3414-1A72-0786-EE44-C5443DCC81F3}" dt="2026-10-22T04:52:28.845" v="333" actId="1076"/>
        <pc:sldMkLst>
          <pc:docMk/>
          <pc:sldMk cId="3486365871" sldId="261"/>
        </pc:sldMkLst>
        <pc:spChg chg="mod">
          <ac:chgData name="Xiaoting Zheng" userId="S::zhen0133@algonquinlive.com::72237415-4a05-4ccd-b76c-724ae1aa94af" providerId="AD" clId="Web-{A3BA3414-1A72-0786-EE44-C5443DCC81F3}" dt="2026-10-22T04:24:46.170" v="212" actId="20577"/>
          <ac:spMkLst>
            <pc:docMk/>
            <pc:sldMk cId="3486365871" sldId="261"/>
            <ac:spMk id="2" creationId="{3D021FA6-B1A6-6E76-224E-59E8E752CC2F}"/>
          </ac:spMkLst>
        </pc:spChg>
        <pc:spChg chg="mod ord">
          <ac:chgData name="Xiaoting Zheng" userId="S::zhen0133@algonquinlive.com::72237415-4a05-4ccd-b76c-724ae1aa94af" providerId="AD" clId="Web-{A3BA3414-1A72-0786-EE44-C5443DCC81F3}" dt="2026-10-22T04:52:28.845" v="333" actId="1076"/>
          <ac:spMkLst>
            <pc:docMk/>
            <pc:sldMk cId="3486365871" sldId="261"/>
            <ac:spMk id="3" creationId="{56F28459-8001-BE38-FE27-1E2F461B90A7}"/>
          </ac:spMkLst>
        </pc:spChg>
        <pc:spChg chg="add del">
          <ac:chgData name="Xiaoting Zheng" userId="S::zhen0133@algonquinlive.com::72237415-4a05-4ccd-b76c-724ae1aa94af" providerId="AD" clId="Web-{A3BA3414-1A72-0786-EE44-C5443DCC81F3}" dt="2026-10-22T04:23:48.857" v="208"/>
          <ac:spMkLst>
            <pc:docMk/>
            <pc:sldMk cId="3486365871" sldId="261"/>
            <ac:spMk id="10" creationId="{B4AAD3FD-83A5-4B89-9F8F-01B8870865BE}"/>
          </ac:spMkLst>
        </pc:spChg>
        <pc:spChg chg="add del">
          <ac:chgData name="Xiaoting Zheng" userId="S::zhen0133@algonquinlive.com::72237415-4a05-4ccd-b76c-724ae1aa94af" providerId="AD" clId="Web-{A3BA3414-1A72-0786-EE44-C5443DCC81F3}" dt="2026-10-22T04:23:48.857" v="208"/>
          <ac:spMkLst>
            <pc:docMk/>
            <pc:sldMk cId="3486365871" sldId="261"/>
            <ac:spMk id="12" creationId="{61752F1D-FC0F-4103-9584-630E643CCDA6}"/>
          </ac:spMkLst>
        </pc:spChg>
        <pc:spChg chg="add del">
          <ac:chgData name="Xiaoting Zheng" userId="S::zhen0133@algonquinlive.com::72237415-4a05-4ccd-b76c-724ae1aa94af" providerId="AD" clId="Web-{A3BA3414-1A72-0786-EE44-C5443DCC81F3}" dt="2026-10-22T04:23:48.857" v="208"/>
          <ac:spMkLst>
            <pc:docMk/>
            <pc:sldMk cId="3486365871" sldId="261"/>
            <ac:spMk id="14" creationId="{70151CB7-E7DE-4917-B831-01DF9CE01306}"/>
          </ac:spMkLst>
        </pc:spChg>
        <pc:spChg chg="add del">
          <ac:chgData name="Xiaoting Zheng" userId="S::zhen0133@algonquinlive.com::72237415-4a05-4ccd-b76c-724ae1aa94af" providerId="AD" clId="Web-{A3BA3414-1A72-0786-EE44-C5443DCC81F3}" dt="2026-10-22T04:23:48.857" v="208"/>
          <ac:spMkLst>
            <pc:docMk/>
            <pc:sldMk cId="3486365871" sldId="261"/>
            <ac:spMk id="16" creationId="{A92A1116-1C84-41DF-B803-1F7B0883EC82}"/>
          </ac:spMkLst>
        </pc:spChg>
        <pc:spChg chg="add">
          <ac:chgData name="Xiaoting Zheng" userId="S::zhen0133@algonquinlive.com::72237415-4a05-4ccd-b76c-724ae1aa94af" providerId="AD" clId="Web-{A3BA3414-1A72-0786-EE44-C5443DCC81F3}" dt="2026-10-22T04:23:48.857" v="208"/>
          <ac:spMkLst>
            <pc:docMk/>
            <pc:sldMk cId="3486365871" sldId="261"/>
            <ac:spMk id="21" creationId="{49076D5E-68ED-4CD1-A04F-E7934EBFAAD9}"/>
          </ac:spMkLst>
        </pc:spChg>
        <pc:spChg chg="add">
          <ac:chgData name="Xiaoting Zheng" userId="S::zhen0133@algonquinlive.com::72237415-4a05-4ccd-b76c-724ae1aa94af" providerId="AD" clId="Web-{A3BA3414-1A72-0786-EE44-C5443DCC81F3}" dt="2026-10-22T04:23:48.857" v="208"/>
          <ac:spMkLst>
            <pc:docMk/>
            <pc:sldMk cId="3486365871" sldId="261"/>
            <ac:spMk id="23" creationId="{21BE0A6B-EBF8-4301-B1AE-F6A1C4003E2A}"/>
          </ac:spMkLst>
        </pc:spChg>
        <pc:spChg chg="add">
          <ac:chgData name="Xiaoting Zheng" userId="S::zhen0133@algonquinlive.com::72237415-4a05-4ccd-b76c-724ae1aa94af" providerId="AD" clId="Web-{A3BA3414-1A72-0786-EE44-C5443DCC81F3}" dt="2026-10-22T04:23:48.857" v="208"/>
          <ac:spMkLst>
            <pc:docMk/>
            <pc:sldMk cId="3486365871" sldId="261"/>
            <ac:spMk id="25" creationId="{03C06118-B3FE-4B51-80A1-B82C2E9FF970}"/>
          </ac:spMkLst>
        </pc:spChg>
        <pc:spChg chg="add">
          <ac:chgData name="Xiaoting Zheng" userId="S::zhen0133@algonquinlive.com::72237415-4a05-4ccd-b76c-724ae1aa94af" providerId="AD" clId="Web-{A3BA3414-1A72-0786-EE44-C5443DCC81F3}" dt="2026-10-22T04:23:48.857" v="208"/>
          <ac:spMkLst>
            <pc:docMk/>
            <pc:sldMk cId="3486365871" sldId="261"/>
            <ac:spMk id="27" creationId="{172BE3F8-96D6-4535-9AE4-694DC4F5B13F}"/>
          </ac:spMkLst>
        </pc:spChg>
        <pc:picChg chg="add del mod">
          <ac:chgData name="Xiaoting Zheng" userId="S::zhen0133@algonquinlive.com::72237415-4a05-4ccd-b76c-724ae1aa94af" providerId="AD" clId="Web-{A3BA3414-1A72-0786-EE44-C5443DCC81F3}" dt="2026-10-22T04:16:30.597" v="179"/>
          <ac:picMkLst>
            <pc:docMk/>
            <pc:sldMk cId="3486365871" sldId="261"/>
            <ac:picMk id="4" creationId="{269E4ED7-2AAB-9136-BC03-F6B1D3A8607A}"/>
          </ac:picMkLst>
        </pc:picChg>
        <pc:picChg chg="del mod">
          <ac:chgData name="Xiaoting Zheng" userId="S::zhen0133@algonquinlive.com::72237415-4a05-4ccd-b76c-724ae1aa94af" providerId="AD" clId="Web-{A3BA3414-1A72-0786-EE44-C5443DCC81F3}" dt="2026-10-22T04:21:25.825" v="195"/>
          <ac:picMkLst>
            <pc:docMk/>
            <pc:sldMk cId="3486365871" sldId="261"/>
            <ac:picMk id="5" creationId="{0476AEBA-6900-BD47-FD7E-7A06EAAC6338}"/>
          </ac:picMkLst>
        </pc:picChg>
        <pc:picChg chg="add del mod">
          <ac:chgData name="Xiaoting Zheng" userId="S::zhen0133@algonquinlive.com::72237415-4a05-4ccd-b76c-724ae1aa94af" providerId="AD" clId="Web-{A3BA3414-1A72-0786-EE44-C5443DCC81F3}" dt="2026-10-22T04:18:02.322" v="185"/>
          <ac:picMkLst>
            <pc:docMk/>
            <pc:sldMk cId="3486365871" sldId="261"/>
            <ac:picMk id="6" creationId="{7CC39BFA-8CCB-0329-DB29-AFFCAF08B0C9}"/>
          </ac:picMkLst>
        </pc:picChg>
        <pc:picChg chg="add mod">
          <ac:chgData name="Xiaoting Zheng" userId="S::zhen0133@algonquinlive.com::72237415-4a05-4ccd-b76c-724ae1aa94af" providerId="AD" clId="Web-{A3BA3414-1A72-0786-EE44-C5443DCC81F3}" dt="2026-10-22T04:23:38.436" v="207" actId="1076"/>
          <ac:picMkLst>
            <pc:docMk/>
            <pc:sldMk cId="3486365871" sldId="261"/>
            <ac:picMk id="7" creationId="{BD4CF1E2-E117-8D8C-82C1-D7D11D70CAC5}"/>
          </ac:picMkLst>
        </pc:picChg>
      </pc:sldChg>
      <pc:sldChg chg="addSp modSp add mod setBg setClrOvrMap">
        <pc:chgData name="Xiaoting Zheng" userId="S::zhen0133@algonquinlive.com::72237415-4a05-4ccd-b76c-724ae1aa94af" providerId="AD" clId="Web-{A3BA3414-1A72-0786-EE44-C5443DCC81F3}" dt="2026-10-22T04:52:40.892" v="334" actId="1076"/>
        <pc:sldMkLst>
          <pc:docMk/>
          <pc:sldMk cId="3535102248" sldId="262"/>
        </pc:sldMkLst>
        <pc:spChg chg="mod">
          <ac:chgData name="Xiaoting Zheng" userId="S::zhen0133@algonquinlive.com::72237415-4a05-4ccd-b76c-724ae1aa94af" providerId="AD" clId="Web-{A3BA3414-1A72-0786-EE44-C5443DCC81F3}" dt="2026-10-22T04:25:04.421" v="215" actId="1076"/>
          <ac:spMkLst>
            <pc:docMk/>
            <pc:sldMk cId="3535102248" sldId="262"/>
            <ac:spMk id="2" creationId="{EAB4A48E-C1AF-7B09-6B4C-3AEE3B5629F0}"/>
          </ac:spMkLst>
        </pc:spChg>
        <pc:spChg chg="mod ord">
          <ac:chgData name="Xiaoting Zheng" userId="S::zhen0133@algonquinlive.com::72237415-4a05-4ccd-b76c-724ae1aa94af" providerId="AD" clId="Web-{A3BA3414-1A72-0786-EE44-C5443DCC81F3}" dt="2026-10-22T04:52:40.892" v="334" actId="1076"/>
          <ac:spMkLst>
            <pc:docMk/>
            <pc:sldMk cId="3535102248" sldId="262"/>
            <ac:spMk id="3" creationId="{BEE6CE0D-8B9A-0F5C-0B6F-986A74134E18}"/>
          </ac:spMkLst>
        </pc:spChg>
        <pc:spChg chg="add">
          <ac:chgData name="Xiaoting Zheng" userId="S::zhen0133@algonquinlive.com::72237415-4a05-4ccd-b76c-724ae1aa94af" providerId="AD" clId="Web-{A3BA3414-1A72-0786-EE44-C5443DCC81F3}" dt="2026-10-22T04:24:14.936" v="209"/>
          <ac:spMkLst>
            <pc:docMk/>
            <pc:sldMk cId="3535102248" sldId="262"/>
            <ac:spMk id="10" creationId="{B4AAD3FD-83A5-4B89-9F8F-01B8870865BE}"/>
          </ac:spMkLst>
        </pc:spChg>
        <pc:spChg chg="add">
          <ac:chgData name="Xiaoting Zheng" userId="S::zhen0133@algonquinlive.com::72237415-4a05-4ccd-b76c-724ae1aa94af" providerId="AD" clId="Web-{A3BA3414-1A72-0786-EE44-C5443DCC81F3}" dt="2026-10-22T04:24:14.936" v="209"/>
          <ac:spMkLst>
            <pc:docMk/>
            <pc:sldMk cId="3535102248" sldId="262"/>
            <ac:spMk id="12" creationId="{61752F1D-FC0F-4103-9584-630E643CCDA6}"/>
          </ac:spMkLst>
        </pc:spChg>
        <pc:spChg chg="add">
          <ac:chgData name="Xiaoting Zheng" userId="S::zhen0133@algonquinlive.com::72237415-4a05-4ccd-b76c-724ae1aa94af" providerId="AD" clId="Web-{A3BA3414-1A72-0786-EE44-C5443DCC81F3}" dt="2026-10-22T04:24:14.936" v="209"/>
          <ac:spMkLst>
            <pc:docMk/>
            <pc:sldMk cId="3535102248" sldId="262"/>
            <ac:spMk id="14" creationId="{70151CB7-E7DE-4917-B831-01DF9CE01306}"/>
          </ac:spMkLst>
        </pc:spChg>
        <pc:spChg chg="add">
          <ac:chgData name="Xiaoting Zheng" userId="S::zhen0133@algonquinlive.com::72237415-4a05-4ccd-b76c-724ae1aa94af" providerId="AD" clId="Web-{A3BA3414-1A72-0786-EE44-C5443DCC81F3}" dt="2026-10-22T04:24:14.936" v="209"/>
          <ac:spMkLst>
            <pc:docMk/>
            <pc:sldMk cId="3535102248" sldId="262"/>
            <ac:spMk id="16" creationId="{A92A1116-1C84-41DF-B803-1F7B0883EC82}"/>
          </ac:spMkLst>
        </pc:spChg>
        <pc:picChg chg="mod">
          <ac:chgData name="Xiaoting Zheng" userId="S::zhen0133@algonquinlive.com::72237415-4a05-4ccd-b76c-724ae1aa94af" providerId="AD" clId="Web-{A3BA3414-1A72-0786-EE44-C5443DCC81F3}" dt="2026-10-22T04:24:14.936" v="209"/>
          <ac:picMkLst>
            <pc:docMk/>
            <pc:sldMk cId="3535102248" sldId="262"/>
            <ac:picMk id="5" creationId="{90F8500D-4611-3F90-5CF1-A03B7A6604CE}"/>
          </ac:picMkLst>
        </pc:picChg>
      </pc:sldChg>
      <pc:sldChg chg="add">
        <pc:chgData name="Xiaoting Zheng" userId="S::zhen0133@algonquinlive.com::72237415-4a05-4ccd-b76c-724ae1aa94af" providerId="AD" clId="Web-{A3BA3414-1A72-0786-EE44-C5443DCC81F3}" dt="2026-10-22T03:20:32.942" v="13"/>
        <pc:sldMkLst>
          <pc:docMk/>
          <pc:sldMk cId="4056211146" sldId="263"/>
        </pc:sldMkLst>
      </pc:sldChg>
      <pc:sldChg chg="add">
        <pc:chgData name="Xiaoting Zheng" userId="S::zhen0133@algonquinlive.com::72237415-4a05-4ccd-b76c-724ae1aa94af" providerId="AD" clId="Web-{A3BA3414-1A72-0786-EE44-C5443DCC81F3}" dt="2026-10-22T03:20:33.223" v="14"/>
        <pc:sldMkLst>
          <pc:docMk/>
          <pc:sldMk cId="1998611066" sldId="264"/>
        </pc:sldMkLst>
      </pc:sldChg>
      <pc:sldChg chg="addSp delSp modSp add replId modNotes">
        <pc:chgData name="Xiaoting Zheng" userId="S::zhen0133@algonquinlive.com::72237415-4a05-4ccd-b76c-724ae1aa94af" providerId="AD" clId="Web-{A3BA3414-1A72-0786-EE44-C5443DCC81F3}" dt="2026-10-22T04:32:55.115" v="254"/>
        <pc:sldMkLst>
          <pc:docMk/>
          <pc:sldMk cId="2684149090" sldId="265"/>
        </pc:sldMkLst>
        <pc:spChg chg="mod">
          <ac:chgData name="Xiaoting Zheng" userId="S::zhen0133@algonquinlive.com::72237415-4a05-4ccd-b76c-724ae1aa94af" providerId="AD" clId="Web-{A3BA3414-1A72-0786-EE44-C5443DCC81F3}" dt="2026-10-22T04:31:38.847" v="245" actId="20577"/>
          <ac:spMkLst>
            <pc:docMk/>
            <pc:sldMk cId="2684149090" sldId="265"/>
            <ac:spMk id="2" creationId="{8CA51C51-0A6A-0916-4021-08868A6FE926}"/>
          </ac:spMkLst>
        </pc:spChg>
        <pc:spChg chg="del">
          <ac:chgData name="Xiaoting Zheng" userId="S::zhen0133@algonquinlive.com::72237415-4a05-4ccd-b76c-724ae1aa94af" providerId="AD" clId="Web-{A3BA3414-1A72-0786-EE44-C5443DCC81F3}" dt="2026-10-22T04:31:11.894" v="240"/>
          <ac:spMkLst>
            <pc:docMk/>
            <pc:sldMk cId="2684149090" sldId="265"/>
            <ac:spMk id="3" creationId="{282FFE07-C143-511C-0527-5BF0AA9B2901}"/>
          </ac:spMkLst>
        </pc:spChg>
        <pc:spChg chg="del">
          <ac:chgData name="Xiaoting Zheng" userId="S::zhen0133@algonquinlive.com::72237415-4a05-4ccd-b76c-724ae1aa94af" providerId="AD" clId="Web-{A3BA3414-1A72-0786-EE44-C5443DCC81F3}" dt="2026-10-22T04:31:11.894" v="240"/>
          <ac:spMkLst>
            <pc:docMk/>
            <pc:sldMk cId="2684149090" sldId="265"/>
            <ac:spMk id="10" creationId="{E1D8D113-10C4-475D-E9DE-55A3B658669D}"/>
          </ac:spMkLst>
        </pc:spChg>
        <pc:spChg chg="del">
          <ac:chgData name="Xiaoting Zheng" userId="S::zhen0133@algonquinlive.com::72237415-4a05-4ccd-b76c-724ae1aa94af" providerId="AD" clId="Web-{A3BA3414-1A72-0786-EE44-C5443DCC81F3}" dt="2026-10-22T04:31:11.894" v="240"/>
          <ac:spMkLst>
            <pc:docMk/>
            <pc:sldMk cId="2684149090" sldId="265"/>
            <ac:spMk id="12" creationId="{0EC3A349-E07E-7B60-F16C-655F8BC58BE3}"/>
          </ac:spMkLst>
        </pc:spChg>
        <pc:spChg chg="del">
          <ac:chgData name="Xiaoting Zheng" userId="S::zhen0133@algonquinlive.com::72237415-4a05-4ccd-b76c-724ae1aa94af" providerId="AD" clId="Web-{A3BA3414-1A72-0786-EE44-C5443DCC81F3}" dt="2026-10-22T04:31:11.894" v="240"/>
          <ac:spMkLst>
            <pc:docMk/>
            <pc:sldMk cId="2684149090" sldId="265"/>
            <ac:spMk id="14" creationId="{EF2783CD-8869-2963-B56C-428CAFD150C5}"/>
          </ac:spMkLst>
        </pc:spChg>
        <pc:spChg chg="del">
          <ac:chgData name="Xiaoting Zheng" userId="S::zhen0133@algonquinlive.com::72237415-4a05-4ccd-b76c-724ae1aa94af" providerId="AD" clId="Web-{A3BA3414-1A72-0786-EE44-C5443DCC81F3}" dt="2026-10-22T04:31:11.894" v="240"/>
          <ac:spMkLst>
            <pc:docMk/>
            <pc:sldMk cId="2684149090" sldId="265"/>
            <ac:spMk id="16" creationId="{F9E16B83-18E1-3EE3-9B54-D6678CAF6597}"/>
          </ac:spMkLst>
        </pc:spChg>
        <pc:spChg chg="add del mod">
          <ac:chgData name="Xiaoting Zheng" userId="S::zhen0133@algonquinlive.com::72237415-4a05-4ccd-b76c-724ae1aa94af" providerId="AD" clId="Web-{A3BA3414-1A72-0786-EE44-C5443DCC81F3}" dt="2026-10-22T04:31:43.988" v="246"/>
          <ac:spMkLst>
            <pc:docMk/>
            <pc:sldMk cId="2684149090" sldId="265"/>
            <ac:spMk id="19" creationId="{0635134E-EC08-1F19-3C0D-115FD140968E}"/>
          </ac:spMkLst>
        </pc:spChg>
        <pc:spChg chg="add">
          <ac:chgData name="Xiaoting Zheng" userId="S::zhen0133@algonquinlive.com::72237415-4a05-4ccd-b76c-724ae1aa94af" providerId="AD" clId="Web-{A3BA3414-1A72-0786-EE44-C5443DCC81F3}" dt="2026-10-22T04:31:11.894" v="240"/>
          <ac:spMkLst>
            <pc:docMk/>
            <pc:sldMk cId="2684149090" sldId="265"/>
            <ac:spMk id="22" creationId="{F747F1B4-B831-4277-8AB0-32767F7EB7BF}"/>
          </ac:spMkLst>
        </pc:spChg>
        <pc:spChg chg="add">
          <ac:chgData name="Xiaoting Zheng" userId="S::zhen0133@algonquinlive.com::72237415-4a05-4ccd-b76c-724ae1aa94af" providerId="AD" clId="Web-{A3BA3414-1A72-0786-EE44-C5443DCC81F3}" dt="2026-10-22T04:31:11.894" v="240"/>
          <ac:spMkLst>
            <pc:docMk/>
            <pc:sldMk cId="2684149090" sldId="265"/>
            <ac:spMk id="24" creationId="{D80CFA21-AB7C-4BEB-9BFF-05764FBBF3C6}"/>
          </ac:spMkLst>
        </pc:spChg>
        <pc:spChg chg="add">
          <ac:chgData name="Xiaoting Zheng" userId="S::zhen0133@algonquinlive.com::72237415-4a05-4ccd-b76c-724ae1aa94af" providerId="AD" clId="Web-{A3BA3414-1A72-0786-EE44-C5443DCC81F3}" dt="2026-10-22T04:31:11.894" v="240"/>
          <ac:spMkLst>
            <pc:docMk/>
            <pc:sldMk cId="2684149090" sldId="265"/>
            <ac:spMk id="26" creationId="{12F7E335-851A-4CAE-B09F-E657819D4600}"/>
          </ac:spMkLst>
        </pc:spChg>
        <pc:spChg chg="add">
          <ac:chgData name="Xiaoting Zheng" userId="S::zhen0133@algonquinlive.com::72237415-4a05-4ccd-b76c-724ae1aa94af" providerId="AD" clId="Web-{A3BA3414-1A72-0786-EE44-C5443DCC81F3}" dt="2026-10-22T04:31:11.894" v="240"/>
          <ac:spMkLst>
            <pc:docMk/>
            <pc:sldMk cId="2684149090" sldId="265"/>
            <ac:spMk id="28" creationId="{10B541F0-7F6E-402E-84D8-CF96EACA5FBC}"/>
          </ac:spMkLst>
        </pc:spChg>
        <pc:graphicFrameChg chg="del">
          <ac:chgData name="Xiaoting Zheng" userId="S::zhen0133@algonquinlive.com::72237415-4a05-4ccd-b76c-724ae1aa94af" providerId="AD" clId="Web-{A3BA3414-1A72-0786-EE44-C5443DCC81F3}" dt="2026-10-22T04:31:17.394" v="241"/>
          <ac:graphicFrameMkLst>
            <pc:docMk/>
            <pc:sldMk cId="2684149090" sldId="265"/>
            <ac:graphicFrameMk id="18" creationId="{CE260EA2-7147-EF29-9E66-006C80CF3810}"/>
          </ac:graphicFrameMkLst>
        </pc:graphicFrameChg>
        <pc:picChg chg="del">
          <ac:chgData name="Xiaoting Zheng" userId="S::zhen0133@algonquinlive.com::72237415-4a05-4ccd-b76c-724ae1aa94af" providerId="AD" clId="Web-{A3BA3414-1A72-0786-EE44-C5443DCC81F3}" dt="2026-10-22T04:30:06.768" v="237"/>
          <ac:picMkLst>
            <pc:docMk/>
            <pc:sldMk cId="2684149090" sldId="265"/>
            <ac:picMk id="5" creationId="{F54CB842-E375-3052-BE5C-BEDC08394404}"/>
          </ac:picMkLst>
        </pc:picChg>
        <pc:picChg chg="add del">
          <ac:chgData name="Xiaoting Zheng" userId="S::zhen0133@algonquinlive.com::72237415-4a05-4ccd-b76c-724ae1aa94af" providerId="AD" clId="Web-{A3BA3414-1A72-0786-EE44-C5443DCC81F3}" dt="2026-10-22T04:30:58.066" v="239"/>
          <ac:picMkLst>
            <pc:docMk/>
            <pc:sldMk cId="2684149090" sldId="265"/>
            <ac:picMk id="6" creationId="{A104D4B4-B75E-F064-0352-AD10028A18DC}"/>
          </ac:picMkLst>
        </pc:picChg>
        <pc:picChg chg="add del mod">
          <ac:chgData name="Xiaoting Zheng" userId="S::zhen0133@algonquinlive.com::72237415-4a05-4ccd-b76c-724ae1aa94af" providerId="AD" clId="Web-{A3BA3414-1A72-0786-EE44-C5443DCC81F3}" dt="2026-10-22T04:32:19.708" v="248"/>
          <ac:picMkLst>
            <pc:docMk/>
            <pc:sldMk cId="2684149090" sldId="265"/>
            <ac:picMk id="20" creationId="{0AE50BB0-745D-510C-7B72-D179C45E84BB}"/>
          </ac:picMkLst>
        </pc:picChg>
        <pc:picChg chg="add mod">
          <ac:chgData name="Xiaoting Zheng" userId="S::zhen0133@algonquinlive.com::72237415-4a05-4ccd-b76c-724ae1aa94af" providerId="AD" clId="Web-{A3BA3414-1A72-0786-EE44-C5443DCC81F3}" dt="2026-10-22T04:32:43.849" v="252" actId="1076"/>
          <ac:picMkLst>
            <pc:docMk/>
            <pc:sldMk cId="2684149090" sldId="265"/>
            <ac:picMk id="21" creationId="{E6FC034F-DDC1-DF96-A395-ACE59EA3E744}"/>
          </ac:picMkLst>
        </pc:picChg>
      </pc:sldChg>
      <pc:sldChg chg="addSp delSp modSp add del replId">
        <pc:chgData name="Xiaoting Zheng" userId="S::zhen0133@algonquinlive.com::72237415-4a05-4ccd-b76c-724ae1aa94af" providerId="AD" clId="Web-{A3BA3414-1A72-0786-EE44-C5443DCC81F3}" dt="2026-10-22T04:17:50.790" v="183"/>
        <pc:sldMkLst>
          <pc:docMk/>
          <pc:sldMk cId="3782570115" sldId="265"/>
        </pc:sldMkLst>
        <pc:picChg chg="add del mod">
          <ac:chgData name="Xiaoting Zheng" userId="S::zhen0133@algonquinlive.com::72237415-4a05-4ccd-b76c-724ae1aa94af" providerId="AD" clId="Web-{A3BA3414-1A72-0786-EE44-C5443DCC81F3}" dt="2026-10-22T04:17:21.192" v="182"/>
          <ac:picMkLst>
            <pc:docMk/>
            <pc:sldMk cId="3782570115" sldId="265"/>
            <ac:picMk id="3" creationId="{AA2A3ED0-487D-8D4B-191D-523E547464B8}"/>
          </ac:picMkLst>
        </pc:picChg>
      </pc:sldChg>
      <pc:sldChg chg="addSp delSp modSp add replId modNotes">
        <pc:chgData name="Xiaoting Zheng" userId="S::zhen0133@algonquinlive.com::72237415-4a05-4ccd-b76c-724ae1aa94af" providerId="AD" clId="Web-{A3BA3414-1A72-0786-EE44-C5443DCC81F3}" dt="2026-10-22T04:39:05.497" v="263"/>
        <pc:sldMkLst>
          <pc:docMk/>
          <pc:sldMk cId="950876767" sldId="266"/>
        </pc:sldMkLst>
        <pc:spChg chg="mod">
          <ac:chgData name="Xiaoting Zheng" userId="S::zhen0133@algonquinlive.com::72237415-4a05-4ccd-b76c-724ae1aa94af" providerId="AD" clId="Web-{A3BA3414-1A72-0786-EE44-C5443DCC81F3}" dt="2026-10-22T04:34:05.428" v="256" actId="20577"/>
          <ac:spMkLst>
            <pc:docMk/>
            <pc:sldMk cId="950876767" sldId="266"/>
            <ac:spMk id="2" creationId="{1BF1CB76-F181-FC5D-790D-E33CCF98631D}"/>
          </ac:spMkLst>
        </pc:spChg>
        <pc:picChg chg="add mod">
          <ac:chgData name="Xiaoting Zheng" userId="S::zhen0133@algonquinlive.com::72237415-4a05-4ccd-b76c-724ae1aa94af" providerId="AD" clId="Web-{A3BA3414-1A72-0786-EE44-C5443DCC81F3}" dt="2026-10-22T04:35:12.773" v="261" actId="1076"/>
          <ac:picMkLst>
            <pc:docMk/>
            <pc:sldMk cId="950876767" sldId="266"/>
            <ac:picMk id="3" creationId="{8C13B14F-36B1-1090-4314-7878435DE96A}"/>
          </ac:picMkLst>
        </pc:picChg>
        <pc:picChg chg="del">
          <ac:chgData name="Xiaoting Zheng" userId="S::zhen0133@algonquinlive.com::72237415-4a05-4ccd-b76c-724ae1aa94af" providerId="AD" clId="Web-{A3BA3414-1A72-0786-EE44-C5443DCC81F3}" dt="2026-10-22T04:34:22.897" v="257"/>
          <ac:picMkLst>
            <pc:docMk/>
            <pc:sldMk cId="950876767" sldId="266"/>
            <ac:picMk id="21" creationId="{7078EF5F-CDDF-7C1A-926F-75F1A26295AE}"/>
          </ac:picMkLst>
        </pc:picChg>
      </pc:sldChg>
      <pc:sldChg chg="addSp delSp modSp add mod replId setBg setClrOvrMap modNotes">
        <pc:chgData name="Xiaoting Zheng" userId="S::zhen0133@algonquinlive.com::72237415-4a05-4ccd-b76c-724ae1aa94af" providerId="AD" clId="Web-{A3BA3414-1A72-0786-EE44-C5443DCC81F3}" dt="2026-10-22T04:47:00.004" v="310" actId="20577"/>
        <pc:sldMkLst>
          <pc:docMk/>
          <pc:sldMk cId="1572655680" sldId="267"/>
        </pc:sldMkLst>
        <pc:spChg chg="mod">
          <ac:chgData name="Xiaoting Zheng" userId="S::zhen0133@algonquinlive.com::72237415-4a05-4ccd-b76c-724ae1aa94af" providerId="AD" clId="Web-{A3BA3414-1A72-0786-EE44-C5443DCC81F3}" dt="2026-10-22T04:43:58.750" v="293"/>
          <ac:spMkLst>
            <pc:docMk/>
            <pc:sldMk cId="1572655680" sldId="267"/>
            <ac:spMk id="2" creationId="{D1C3C221-37E6-5594-33DD-C71D91465A61}"/>
          </ac:spMkLst>
        </pc:spChg>
        <pc:spChg chg="add del mod">
          <ac:chgData name="Xiaoting Zheng" userId="S::zhen0133@algonquinlive.com::72237415-4a05-4ccd-b76c-724ae1aa94af" providerId="AD" clId="Web-{A3BA3414-1A72-0786-EE44-C5443DCC81F3}" dt="2026-10-22T04:43:12.125" v="283"/>
          <ac:spMkLst>
            <pc:docMk/>
            <pc:sldMk cId="1572655680" sldId="267"/>
            <ac:spMk id="3" creationId="{581D8DA8-C713-2374-2900-25D456ADEF23}"/>
          </ac:spMkLst>
        </pc:spChg>
        <pc:spChg chg="del">
          <ac:chgData name="Xiaoting Zheng" userId="S::zhen0133@algonquinlive.com::72237415-4a05-4ccd-b76c-724ae1aa94af" providerId="AD" clId="Web-{A3BA3414-1A72-0786-EE44-C5443DCC81F3}" dt="2026-10-22T04:42:36.202" v="278"/>
          <ac:spMkLst>
            <pc:docMk/>
            <pc:sldMk cId="1572655680" sldId="267"/>
            <ac:spMk id="10" creationId="{E064B233-6338-E6DF-FE16-23213F403E99}"/>
          </ac:spMkLst>
        </pc:spChg>
        <pc:spChg chg="del">
          <ac:chgData name="Xiaoting Zheng" userId="S::zhen0133@algonquinlive.com::72237415-4a05-4ccd-b76c-724ae1aa94af" providerId="AD" clId="Web-{A3BA3414-1A72-0786-EE44-C5443DCC81F3}" dt="2026-10-22T04:42:36.202" v="278"/>
          <ac:spMkLst>
            <pc:docMk/>
            <pc:sldMk cId="1572655680" sldId="267"/>
            <ac:spMk id="12" creationId="{97045AFB-1368-110C-5291-C67D214D1753}"/>
          </ac:spMkLst>
        </pc:spChg>
        <pc:spChg chg="del">
          <ac:chgData name="Xiaoting Zheng" userId="S::zhen0133@algonquinlive.com::72237415-4a05-4ccd-b76c-724ae1aa94af" providerId="AD" clId="Web-{A3BA3414-1A72-0786-EE44-C5443DCC81F3}" dt="2026-10-22T04:42:36.202" v="278"/>
          <ac:spMkLst>
            <pc:docMk/>
            <pc:sldMk cId="1572655680" sldId="267"/>
            <ac:spMk id="14" creationId="{91437964-0424-4923-E370-42A1B83719DD}"/>
          </ac:spMkLst>
        </pc:spChg>
        <pc:spChg chg="del">
          <ac:chgData name="Xiaoting Zheng" userId="S::zhen0133@algonquinlive.com::72237415-4a05-4ccd-b76c-724ae1aa94af" providerId="AD" clId="Web-{A3BA3414-1A72-0786-EE44-C5443DCC81F3}" dt="2026-10-22T04:42:36.202" v="278"/>
          <ac:spMkLst>
            <pc:docMk/>
            <pc:sldMk cId="1572655680" sldId="267"/>
            <ac:spMk id="16" creationId="{8579D754-26B5-0DCE-A7EB-9220A400F63F}"/>
          </ac:spMkLst>
        </pc:spChg>
        <pc:spChg chg="add del">
          <ac:chgData name="Xiaoting Zheng" userId="S::zhen0133@algonquinlive.com::72237415-4a05-4ccd-b76c-724ae1aa94af" providerId="AD" clId="Web-{A3BA3414-1A72-0786-EE44-C5443DCC81F3}" dt="2026-10-22T04:43:58.750" v="293"/>
          <ac:spMkLst>
            <pc:docMk/>
            <pc:sldMk cId="1572655680" sldId="267"/>
            <ac:spMk id="21" creationId="{C8A3C342-1D03-412F-8DD3-BF519E8E0AE9}"/>
          </ac:spMkLst>
        </pc:spChg>
        <pc:spChg chg="add del">
          <ac:chgData name="Xiaoting Zheng" userId="S::zhen0133@algonquinlive.com::72237415-4a05-4ccd-b76c-724ae1aa94af" providerId="AD" clId="Web-{A3BA3414-1A72-0786-EE44-C5443DCC81F3}" dt="2026-10-22T04:43:58.750" v="293"/>
          <ac:spMkLst>
            <pc:docMk/>
            <pc:sldMk cId="1572655680" sldId="267"/>
            <ac:spMk id="23" creationId="{81CC9B02-E087-4350-AEBD-2C3CF001AF01}"/>
          </ac:spMkLst>
        </pc:spChg>
        <pc:spChg chg="add del">
          <ac:chgData name="Xiaoting Zheng" userId="S::zhen0133@algonquinlive.com::72237415-4a05-4ccd-b76c-724ae1aa94af" providerId="AD" clId="Web-{A3BA3414-1A72-0786-EE44-C5443DCC81F3}" dt="2026-10-22T04:43:45.235" v="289"/>
          <ac:spMkLst>
            <pc:docMk/>
            <pc:sldMk cId="1572655680" sldId="267"/>
            <ac:spMk id="78" creationId="{C8A3C342-1D03-412F-8DD3-BF519E8E0AE9}"/>
          </ac:spMkLst>
        </pc:spChg>
        <pc:spChg chg="add del">
          <ac:chgData name="Xiaoting Zheng" userId="S::zhen0133@algonquinlive.com::72237415-4a05-4ccd-b76c-724ae1aa94af" providerId="AD" clId="Web-{A3BA3414-1A72-0786-EE44-C5443DCC81F3}" dt="2026-10-22T04:43:45.235" v="289"/>
          <ac:spMkLst>
            <pc:docMk/>
            <pc:sldMk cId="1572655680" sldId="267"/>
            <ac:spMk id="80" creationId="{81CC9B02-E087-4350-AEBD-2C3CF001AF01}"/>
          </ac:spMkLst>
        </pc:spChg>
        <pc:spChg chg="add del">
          <ac:chgData name="Xiaoting Zheng" userId="S::zhen0133@algonquinlive.com::72237415-4a05-4ccd-b76c-724ae1aa94af" providerId="AD" clId="Web-{A3BA3414-1A72-0786-EE44-C5443DCC81F3}" dt="2026-10-22T04:43:55.047" v="291"/>
          <ac:spMkLst>
            <pc:docMk/>
            <pc:sldMk cId="1572655680" sldId="267"/>
            <ac:spMk id="82" creationId="{909FE742-1A27-4AEF-B5F0-F8C383EAB1D7}"/>
          </ac:spMkLst>
        </pc:spChg>
        <pc:spChg chg="add del">
          <ac:chgData name="Xiaoting Zheng" userId="S::zhen0133@algonquinlive.com::72237415-4a05-4ccd-b76c-724ae1aa94af" providerId="AD" clId="Web-{A3BA3414-1A72-0786-EE44-C5443DCC81F3}" dt="2026-10-22T04:43:58.750" v="293"/>
          <ac:spMkLst>
            <pc:docMk/>
            <pc:sldMk cId="1572655680" sldId="267"/>
            <ac:spMk id="84" creationId="{909FE742-1A27-4AEF-B5F0-F8C383EAB1D7}"/>
          </ac:spMkLst>
        </pc:spChg>
        <pc:graphicFrameChg chg="add del">
          <ac:chgData name="Xiaoting Zheng" userId="S::zhen0133@algonquinlive.com::72237415-4a05-4ccd-b76c-724ae1aa94af" providerId="AD" clId="Web-{A3BA3414-1A72-0786-EE44-C5443DCC81F3}" dt="2026-10-22T04:43:12.093" v="282"/>
          <ac:graphicFrameMkLst>
            <pc:docMk/>
            <pc:sldMk cId="1572655680" sldId="267"/>
            <ac:graphicFrameMk id="25" creationId="{ACE96E0D-C60A-315C-AE10-1193E321A51A}"/>
          </ac:graphicFrameMkLst>
        </pc:graphicFrameChg>
        <pc:graphicFrameChg chg="add mod ord modGraphic">
          <ac:chgData name="Xiaoting Zheng" userId="S::zhen0133@algonquinlive.com::72237415-4a05-4ccd-b76c-724ae1aa94af" providerId="AD" clId="Web-{A3BA3414-1A72-0786-EE44-C5443DCC81F3}" dt="2026-10-22T04:47:00.004" v="310" actId="20577"/>
          <ac:graphicFrameMkLst>
            <pc:docMk/>
            <pc:sldMk cId="1572655680" sldId="267"/>
            <ac:graphicFrameMk id="27" creationId="{5DFC7EC9-9D8F-7BBE-739E-707CBAB54A9B}"/>
          </ac:graphicFrameMkLst>
        </pc:graphicFrameChg>
        <pc:picChg chg="add del mod">
          <ac:chgData name="Xiaoting Zheng" userId="S::zhen0133@algonquinlive.com::72237415-4a05-4ccd-b76c-724ae1aa94af" providerId="AD" clId="Web-{A3BA3414-1A72-0786-EE44-C5443DCC81F3}" dt="2026-10-22T04:43:31.703" v="286"/>
          <ac:picMkLst>
            <pc:docMk/>
            <pc:sldMk cId="1572655680" sldId="267"/>
            <ac:picMk id="4" creationId="{B8684B7F-18D4-0F53-AC32-D5D097F897B8}"/>
          </ac:picMkLst>
        </pc:picChg>
        <pc:picChg chg="del">
          <ac:chgData name="Xiaoting Zheng" userId="S::zhen0133@algonquinlive.com::72237415-4a05-4ccd-b76c-724ae1aa94af" providerId="AD" clId="Web-{A3BA3414-1A72-0786-EE44-C5443DCC81F3}" dt="2026-10-22T04:42:27.499" v="276"/>
          <ac:picMkLst>
            <pc:docMk/>
            <pc:sldMk cId="1572655680" sldId="267"/>
            <ac:picMk id="5" creationId="{2525EED6-73C3-6001-0186-C8C08FAD2C19}"/>
          </ac:picMkLst>
        </pc:picChg>
        <pc:picChg chg="add del mod ord">
          <ac:chgData name="Xiaoting Zheng" userId="S::zhen0133@algonquinlive.com::72237415-4a05-4ccd-b76c-724ae1aa94af" providerId="AD" clId="Web-{A3BA3414-1A72-0786-EE44-C5443DCC81F3}" dt="2026-10-22T04:44:02.063" v="294"/>
          <ac:picMkLst>
            <pc:docMk/>
            <pc:sldMk cId="1572655680" sldId="267"/>
            <ac:picMk id="73" creationId="{8FAA8314-688E-35B8-294A-C257659172D0}"/>
          </ac:picMkLst>
        </pc:picChg>
        <pc:picChg chg="add mod">
          <ac:chgData name="Xiaoting Zheng" userId="S::zhen0133@algonquinlive.com::72237415-4a05-4ccd-b76c-724ae1aa94af" providerId="AD" clId="Web-{A3BA3414-1A72-0786-EE44-C5443DCC81F3}" dt="2026-10-22T04:44:16.313" v="298" actId="1076"/>
          <ac:picMkLst>
            <pc:docMk/>
            <pc:sldMk cId="1572655680" sldId="267"/>
            <ac:picMk id="178" creationId="{F983A7BB-89BF-6A27-82C5-3247E7B713FA}"/>
          </ac:picMkLst>
        </pc:picChg>
      </pc:sldChg>
      <pc:sldChg chg="addSp modSp add replId modNotes">
        <pc:chgData name="Xiaoting Zheng" userId="S::zhen0133@algonquinlive.com::72237415-4a05-4ccd-b76c-724ae1aa94af" providerId="AD" clId="Web-{A3BA3414-1A72-0786-EE44-C5443DCC81F3}" dt="2026-10-22T04:50:39.047" v="331" actId="1076"/>
        <pc:sldMkLst>
          <pc:docMk/>
          <pc:sldMk cId="2196806798" sldId="268"/>
        </pc:sldMkLst>
        <pc:spChg chg="mod">
          <ac:chgData name="Xiaoting Zheng" userId="S::zhen0133@algonquinlive.com::72237415-4a05-4ccd-b76c-724ae1aa94af" providerId="AD" clId="Web-{A3BA3414-1A72-0786-EE44-C5443DCC81F3}" dt="2026-10-22T04:48:28.568" v="314" actId="20577"/>
          <ac:spMkLst>
            <pc:docMk/>
            <pc:sldMk cId="2196806798" sldId="268"/>
            <ac:spMk id="2" creationId="{03B4E9F5-5BA6-E737-4238-D1CDB5A906B7}"/>
          </ac:spMkLst>
        </pc:spChg>
        <pc:spChg chg="mod">
          <ac:chgData name="Xiaoting Zheng" userId="S::zhen0133@algonquinlive.com::72237415-4a05-4ccd-b76c-724ae1aa94af" providerId="AD" clId="Web-{A3BA3414-1A72-0786-EE44-C5443DCC81F3}" dt="2026-10-22T04:49:13.121" v="321" actId="20577"/>
          <ac:spMkLst>
            <pc:docMk/>
            <pc:sldMk cId="2196806798" sldId="268"/>
            <ac:spMk id="3" creationId="{F2561ECC-AF71-D7A6-6147-A8A17F25398C}"/>
          </ac:spMkLst>
        </pc:spChg>
        <pc:picChg chg="add mod">
          <ac:chgData name="Xiaoting Zheng" userId="S::zhen0133@algonquinlive.com::72237415-4a05-4ccd-b76c-724ae1aa94af" providerId="AD" clId="Web-{A3BA3414-1A72-0786-EE44-C5443DCC81F3}" dt="2026-10-22T04:50:39.047" v="331" actId="1076"/>
          <ac:picMkLst>
            <pc:docMk/>
            <pc:sldMk cId="2196806798" sldId="268"/>
            <ac:picMk id="4" creationId="{5339748C-EF27-85B3-AD1C-FB6997830EB7}"/>
          </ac:picMkLst>
        </pc:picChg>
      </pc:sldChg>
    </pc:docChg>
  </pc:docChgLst>
  <pc:docChgLst>
    <pc:chgData name="Xiaoting Zheng" userId="72237415-4a05-4ccd-b76c-724ae1aa94af" providerId="ADAL" clId="{A9AC8DD7-99C4-4C04-BD45-B5560A7C1890}"/>
    <pc:docChg chg="undo custSel modSld">
      <pc:chgData name="Xiaoting Zheng" userId="72237415-4a05-4ccd-b76c-724ae1aa94af" providerId="ADAL" clId="{A9AC8DD7-99C4-4C04-BD45-B5560A7C1890}" dt="2026-10-20T21:11:16.302" v="66" actId="20577"/>
      <pc:docMkLst>
        <pc:docMk/>
      </pc:docMkLst>
      <pc:sldChg chg="modSp mod">
        <pc:chgData name="Xiaoting Zheng" userId="72237415-4a05-4ccd-b76c-724ae1aa94af" providerId="ADAL" clId="{A9AC8DD7-99C4-4C04-BD45-B5560A7C1890}" dt="2026-10-20T21:11:16.302" v="66" actId="20577"/>
        <pc:sldMkLst>
          <pc:docMk/>
          <pc:sldMk cId="1330508910" sldId="256"/>
        </pc:sldMkLst>
        <pc:spChg chg="mod">
          <ac:chgData name="Xiaoting Zheng" userId="72237415-4a05-4ccd-b76c-724ae1aa94af" providerId="ADAL" clId="{A9AC8DD7-99C4-4C04-BD45-B5560A7C1890}" dt="2026-10-20T21:11:16.302" v="66" actId="20577"/>
          <ac:spMkLst>
            <pc:docMk/>
            <pc:sldMk cId="1330508910" sldId="256"/>
            <ac:spMk id="3" creationId="{6AFA05B9-BE15-C371-83D3-B5FF5BD2BF45}"/>
          </ac:spMkLst>
        </pc:spChg>
      </pc:sldChg>
      <pc:sldChg chg="modSp mod">
        <pc:chgData name="Xiaoting Zheng" userId="72237415-4a05-4ccd-b76c-724ae1aa94af" providerId="ADAL" clId="{A9AC8DD7-99C4-4C04-BD45-B5560A7C1890}" dt="2026-10-20T21:11:13.270" v="64" actId="20577"/>
        <pc:sldMkLst>
          <pc:docMk/>
          <pc:sldMk cId="2915910398" sldId="257"/>
        </pc:sldMkLst>
        <pc:spChg chg="mod">
          <ac:chgData name="Xiaoting Zheng" userId="72237415-4a05-4ccd-b76c-724ae1aa94af" providerId="ADAL" clId="{A9AC8DD7-99C4-4C04-BD45-B5560A7C1890}" dt="2026-10-20T21:11:13.270" v="64" actId="20577"/>
          <ac:spMkLst>
            <pc:docMk/>
            <pc:sldMk cId="2915910398" sldId="257"/>
            <ac:spMk id="3" creationId="{AC6A748D-E5FA-4015-F9BA-E16456391EA5}"/>
          </ac:spMkLst>
        </pc:spChg>
      </pc:sldChg>
    </pc:docChg>
  </pc:docChgLst>
  <pc:docChgLst>
    <pc:chgData name="Hussein Dawod" userId="S::dawo0017@algonquinlive.com::713cb18b-743f-47e4-864b-1259d57e11a2" providerId="AD" clId="Web-{FB35EC3F-EF41-3D09-658E-E304A185A6E4}"/>
    <pc:docChg chg="modSld">
      <pc:chgData name="Hussein Dawod" userId="S::dawo0017@algonquinlive.com::713cb18b-743f-47e4-864b-1259d57e11a2" providerId="AD" clId="Web-{FB35EC3F-EF41-3D09-658E-E304A185A6E4}" dt="2026-10-22T06:34:41.466" v="2" actId="14100"/>
      <pc:docMkLst>
        <pc:docMk/>
      </pc:docMkLst>
      <pc:sldChg chg="addSp modSp">
        <pc:chgData name="Hussein Dawod" userId="S::dawo0017@algonquinlive.com::713cb18b-743f-47e4-864b-1259d57e11a2" providerId="AD" clId="Web-{FB35EC3F-EF41-3D09-658E-E304A185A6E4}" dt="2026-10-22T06:34:41.466" v="2" actId="14100"/>
        <pc:sldMkLst>
          <pc:docMk/>
          <pc:sldMk cId="1998611066" sldId="264"/>
        </pc:sldMkLst>
        <pc:picChg chg="add mod">
          <ac:chgData name="Hussein Dawod" userId="S::dawo0017@algonquinlive.com::713cb18b-743f-47e4-864b-1259d57e11a2" providerId="AD" clId="Web-{FB35EC3F-EF41-3D09-658E-E304A185A6E4}" dt="2026-10-22T06:34:41.466" v="2" actId="14100"/>
          <ac:picMkLst>
            <pc:docMk/>
            <pc:sldMk cId="1998611066" sldId="264"/>
            <ac:picMk id="4" creationId="{A17906E7-B859-1794-A80A-EB3E9402BC15}"/>
          </ac:picMkLst>
        </pc:pic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image" Target="../media/image13.svg"/><Relationship Id="rId5" Type="http://schemas.openxmlformats.org/officeDocument/2006/relationships/image" Target="../media/image17.svg"/><Relationship Id="rId4" Type="http://schemas.openxmlformats.org/officeDocument/2006/relationships/image" Target="../media/image16.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image" Target="../media/image13.svg"/><Relationship Id="rId5" Type="http://schemas.openxmlformats.org/officeDocument/2006/relationships/image" Target="../media/image17.svg"/><Relationship Id="rId4" Type="http://schemas.openxmlformats.org/officeDocument/2006/relationships/image" Target="../media/image16.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7C994EE-28B1-4339-9E65-0928710942FE}" type="doc">
      <dgm:prSet loTypeId="urn:microsoft.com/office/officeart/2018/2/layout/IconCircleList" loCatId="icon" qsTypeId="urn:microsoft.com/office/officeart/2005/8/quickstyle/simple1" qsCatId="simple" csTypeId="urn:microsoft.com/office/officeart/2005/8/colors/accent1_2" csCatId="accent1" phldr="1"/>
      <dgm:spPr/>
      <dgm:t>
        <a:bodyPr/>
        <a:lstStyle/>
        <a:p>
          <a:endParaRPr lang="en-US"/>
        </a:p>
      </dgm:t>
    </dgm:pt>
    <dgm:pt modelId="{E97712B4-58C2-4049-BEC6-D857D4CFB46F}">
      <dgm:prSet/>
      <dgm:spPr/>
      <dgm:t>
        <a:bodyPr/>
        <a:lstStyle/>
        <a:p>
          <a:pPr>
            <a:lnSpc>
              <a:spcPct val="100000"/>
            </a:lnSpc>
          </a:pPr>
          <a:r>
            <a:rPr lang="en-CA" b="0" i="0"/>
            <a:t>Serverless removes servers. </a:t>
          </a:r>
          <a:endParaRPr lang="en-US"/>
        </a:p>
      </dgm:t>
    </dgm:pt>
    <dgm:pt modelId="{041C9A99-B2CA-48A8-9836-512E513CB8C2}" type="parTrans" cxnId="{1BECB8C2-2811-4A37-BA49-9E7B1303D978}">
      <dgm:prSet/>
      <dgm:spPr/>
      <dgm:t>
        <a:bodyPr/>
        <a:lstStyle/>
        <a:p>
          <a:endParaRPr lang="en-US"/>
        </a:p>
      </dgm:t>
    </dgm:pt>
    <dgm:pt modelId="{2472D0E0-CFA6-4B7A-BBFF-AA1E769C8B31}" type="sibTrans" cxnId="{1BECB8C2-2811-4A37-BA49-9E7B1303D978}">
      <dgm:prSet/>
      <dgm:spPr/>
      <dgm:t>
        <a:bodyPr/>
        <a:lstStyle/>
        <a:p>
          <a:pPr>
            <a:lnSpc>
              <a:spcPct val="100000"/>
            </a:lnSpc>
          </a:pPr>
          <a:endParaRPr lang="en-US"/>
        </a:p>
      </dgm:t>
    </dgm:pt>
    <dgm:pt modelId="{C9813919-5172-4D23-82F9-620AA72C3617}">
      <dgm:prSet/>
      <dgm:spPr/>
      <dgm:t>
        <a:bodyPr/>
        <a:lstStyle/>
        <a:p>
          <a:pPr>
            <a:lnSpc>
              <a:spcPct val="100000"/>
            </a:lnSpc>
          </a:pPr>
          <a:r>
            <a:rPr lang="en-CA" b="0" i="0"/>
            <a:t>Premium always wins. </a:t>
          </a:r>
          <a:endParaRPr lang="en-US"/>
        </a:p>
      </dgm:t>
    </dgm:pt>
    <dgm:pt modelId="{278A53F7-FAAE-4E49-B254-853E75699FA3}" type="parTrans" cxnId="{93134190-7732-4095-9052-11D461BBADBD}">
      <dgm:prSet/>
      <dgm:spPr/>
      <dgm:t>
        <a:bodyPr/>
        <a:lstStyle/>
        <a:p>
          <a:endParaRPr lang="en-US"/>
        </a:p>
      </dgm:t>
    </dgm:pt>
    <dgm:pt modelId="{4AC4EC62-0D96-4308-B41E-8A95AB357EC0}" type="sibTrans" cxnId="{93134190-7732-4095-9052-11D461BBADBD}">
      <dgm:prSet/>
      <dgm:spPr/>
      <dgm:t>
        <a:bodyPr/>
        <a:lstStyle/>
        <a:p>
          <a:pPr>
            <a:lnSpc>
              <a:spcPct val="100000"/>
            </a:lnSpc>
          </a:pPr>
          <a:endParaRPr lang="en-US"/>
        </a:p>
      </dgm:t>
    </dgm:pt>
    <dgm:pt modelId="{0B99BA96-1457-485D-A9A8-53A602F496D4}">
      <dgm:prSet/>
      <dgm:spPr/>
      <dgm:t>
        <a:bodyPr/>
        <a:lstStyle/>
        <a:p>
          <a:pPr>
            <a:lnSpc>
              <a:spcPct val="100000"/>
            </a:lnSpc>
          </a:pPr>
          <a:r>
            <a:rPr lang="en-CA" b="0" i="0"/>
            <a:t>Consumption scales automatically. </a:t>
          </a:r>
          <a:endParaRPr lang="en-US"/>
        </a:p>
      </dgm:t>
    </dgm:pt>
    <dgm:pt modelId="{D2C51DDB-332D-49DA-A3A9-2CA6C237CBCD}" type="parTrans" cxnId="{3360EBE8-F1B6-4EB2-A66E-2531CED04A57}">
      <dgm:prSet/>
      <dgm:spPr/>
      <dgm:t>
        <a:bodyPr/>
        <a:lstStyle/>
        <a:p>
          <a:endParaRPr lang="en-US"/>
        </a:p>
      </dgm:t>
    </dgm:pt>
    <dgm:pt modelId="{FA0B1DE8-8C8F-4DC4-8673-5AD515CE4C70}" type="sibTrans" cxnId="{3360EBE8-F1B6-4EB2-A66E-2531CED04A57}">
      <dgm:prSet/>
      <dgm:spPr/>
      <dgm:t>
        <a:bodyPr/>
        <a:lstStyle/>
        <a:p>
          <a:pPr>
            <a:lnSpc>
              <a:spcPct val="100000"/>
            </a:lnSpc>
          </a:pPr>
          <a:endParaRPr lang="en-US"/>
        </a:p>
      </dgm:t>
    </dgm:pt>
    <dgm:pt modelId="{7369C10D-94C8-48FD-8200-4186473825D9}">
      <dgm:prSet/>
      <dgm:spPr/>
      <dgm:t>
        <a:bodyPr/>
        <a:lstStyle/>
        <a:p>
          <a:pPr>
            <a:lnSpc>
              <a:spcPct val="100000"/>
            </a:lnSpc>
          </a:pPr>
          <a:r>
            <a:rPr lang="en-CA" b="0" i="0"/>
            <a:t>Scaling guarantees throughput. </a:t>
          </a:r>
          <a:endParaRPr lang="en-US"/>
        </a:p>
      </dgm:t>
    </dgm:pt>
    <dgm:pt modelId="{FF09E32E-BF39-4FFD-AF6B-3F5CC988BC1C}" type="parTrans" cxnId="{EBA35C19-9B50-402F-BCF8-7F215833DBCE}">
      <dgm:prSet/>
      <dgm:spPr/>
      <dgm:t>
        <a:bodyPr/>
        <a:lstStyle/>
        <a:p>
          <a:endParaRPr lang="en-US"/>
        </a:p>
      </dgm:t>
    </dgm:pt>
    <dgm:pt modelId="{BE9EF7B7-C6C0-40D9-ABAF-E898412BA671}" type="sibTrans" cxnId="{EBA35C19-9B50-402F-BCF8-7F215833DBCE}">
      <dgm:prSet/>
      <dgm:spPr/>
      <dgm:t>
        <a:bodyPr/>
        <a:lstStyle/>
        <a:p>
          <a:pPr>
            <a:lnSpc>
              <a:spcPct val="100000"/>
            </a:lnSpc>
          </a:pPr>
          <a:endParaRPr lang="en-US"/>
        </a:p>
      </dgm:t>
    </dgm:pt>
    <dgm:pt modelId="{5B577BFF-70F2-48F1-97A3-8D7C5AABA0CC}">
      <dgm:prSet/>
      <dgm:spPr/>
      <dgm:t>
        <a:bodyPr/>
        <a:lstStyle/>
        <a:p>
          <a:pPr>
            <a:lnSpc>
              <a:spcPct val="100000"/>
            </a:lnSpc>
          </a:pPr>
          <a:r>
            <a:rPr lang="en-CA" b="0" i="0"/>
            <a:t>Monitoring supports diagnosis. </a:t>
          </a:r>
          <a:endParaRPr lang="en-US"/>
        </a:p>
      </dgm:t>
    </dgm:pt>
    <dgm:pt modelId="{1F0EDCE9-83E3-4F59-9E78-6AA6454AFC22}" type="parTrans" cxnId="{37271649-4401-42D3-AEBE-245970DCB431}">
      <dgm:prSet/>
      <dgm:spPr/>
      <dgm:t>
        <a:bodyPr/>
        <a:lstStyle/>
        <a:p>
          <a:endParaRPr lang="en-US"/>
        </a:p>
      </dgm:t>
    </dgm:pt>
    <dgm:pt modelId="{8E9875A1-1199-40BB-9D02-0AF7E892FB5F}" type="sibTrans" cxnId="{37271649-4401-42D3-AEBE-245970DCB431}">
      <dgm:prSet/>
      <dgm:spPr/>
      <dgm:t>
        <a:bodyPr/>
        <a:lstStyle/>
        <a:p>
          <a:endParaRPr lang="en-US"/>
        </a:p>
      </dgm:t>
    </dgm:pt>
    <dgm:pt modelId="{9AC3C66E-A4B9-40DC-9D74-45D0706AA2EE}" type="pres">
      <dgm:prSet presAssocID="{B7C994EE-28B1-4339-9E65-0928710942FE}" presName="root" presStyleCnt="0">
        <dgm:presLayoutVars>
          <dgm:dir/>
          <dgm:resizeHandles val="exact"/>
        </dgm:presLayoutVars>
      </dgm:prSet>
      <dgm:spPr/>
    </dgm:pt>
    <dgm:pt modelId="{5396793F-E569-41A5-9620-667EB00770B3}" type="pres">
      <dgm:prSet presAssocID="{B7C994EE-28B1-4339-9E65-0928710942FE}" presName="container" presStyleCnt="0">
        <dgm:presLayoutVars>
          <dgm:dir/>
          <dgm:resizeHandles val="exact"/>
        </dgm:presLayoutVars>
      </dgm:prSet>
      <dgm:spPr/>
    </dgm:pt>
    <dgm:pt modelId="{8988F8D2-27F4-4276-991C-0DFE8078C4AE}" type="pres">
      <dgm:prSet presAssocID="{E97712B4-58C2-4049-BEC6-D857D4CFB46F}" presName="compNode" presStyleCnt="0"/>
      <dgm:spPr/>
    </dgm:pt>
    <dgm:pt modelId="{05D4776C-D7D4-4D1F-9227-52C8BF5234D5}" type="pres">
      <dgm:prSet presAssocID="{E97712B4-58C2-4049-BEC6-D857D4CFB46F}" presName="iconBgRect" presStyleLbl="bgShp" presStyleIdx="0" presStyleCnt="5"/>
      <dgm:spPr/>
    </dgm:pt>
    <dgm:pt modelId="{E676C753-8877-40F2-8189-3FCFE5D0FE56}" type="pres">
      <dgm:prSet presAssocID="{E97712B4-58C2-4049-BEC6-D857D4CFB46F}"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Server"/>
        </a:ext>
      </dgm:extLst>
    </dgm:pt>
    <dgm:pt modelId="{68BD3A36-3265-4E42-9967-6898BA111844}" type="pres">
      <dgm:prSet presAssocID="{E97712B4-58C2-4049-BEC6-D857D4CFB46F}" presName="spaceRect" presStyleCnt="0"/>
      <dgm:spPr/>
    </dgm:pt>
    <dgm:pt modelId="{8F0784E4-B7FA-41F0-BB09-7AB2C0793DF6}" type="pres">
      <dgm:prSet presAssocID="{E97712B4-58C2-4049-BEC6-D857D4CFB46F}" presName="textRect" presStyleLbl="revTx" presStyleIdx="0" presStyleCnt="5">
        <dgm:presLayoutVars>
          <dgm:chMax val="1"/>
          <dgm:chPref val="1"/>
        </dgm:presLayoutVars>
      </dgm:prSet>
      <dgm:spPr/>
    </dgm:pt>
    <dgm:pt modelId="{6642908D-F9A6-4BF8-8F43-05075AB309D6}" type="pres">
      <dgm:prSet presAssocID="{2472D0E0-CFA6-4B7A-BBFF-AA1E769C8B31}" presName="sibTrans" presStyleLbl="sibTrans2D1" presStyleIdx="0" presStyleCnt="0"/>
      <dgm:spPr/>
    </dgm:pt>
    <dgm:pt modelId="{7757566C-710E-4047-AAC5-F876DEECE52E}" type="pres">
      <dgm:prSet presAssocID="{C9813919-5172-4D23-82F9-620AA72C3617}" presName="compNode" presStyleCnt="0"/>
      <dgm:spPr/>
    </dgm:pt>
    <dgm:pt modelId="{EECD1803-44BC-40BC-9B09-9F4A4185F72C}" type="pres">
      <dgm:prSet presAssocID="{C9813919-5172-4D23-82F9-620AA72C3617}" presName="iconBgRect" presStyleLbl="bgShp" presStyleIdx="1" presStyleCnt="5"/>
      <dgm:spPr/>
    </dgm:pt>
    <dgm:pt modelId="{C8C15215-D84B-41E4-A8A1-981D6841996D}" type="pres">
      <dgm:prSet presAssocID="{C9813919-5172-4D23-82F9-620AA72C3617}"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Podium"/>
        </a:ext>
      </dgm:extLst>
    </dgm:pt>
    <dgm:pt modelId="{3F4C9180-9AFA-475B-8352-8F3DE431A47D}" type="pres">
      <dgm:prSet presAssocID="{C9813919-5172-4D23-82F9-620AA72C3617}" presName="spaceRect" presStyleCnt="0"/>
      <dgm:spPr/>
    </dgm:pt>
    <dgm:pt modelId="{9CAF7D4B-2F1E-4036-B760-4EEECEAF3ED2}" type="pres">
      <dgm:prSet presAssocID="{C9813919-5172-4D23-82F9-620AA72C3617}" presName="textRect" presStyleLbl="revTx" presStyleIdx="1" presStyleCnt="5">
        <dgm:presLayoutVars>
          <dgm:chMax val="1"/>
          <dgm:chPref val="1"/>
        </dgm:presLayoutVars>
      </dgm:prSet>
      <dgm:spPr/>
    </dgm:pt>
    <dgm:pt modelId="{BD57C02E-EA1C-4BC0-A0AB-B99126CB29AA}" type="pres">
      <dgm:prSet presAssocID="{4AC4EC62-0D96-4308-B41E-8A95AB357EC0}" presName="sibTrans" presStyleLbl="sibTrans2D1" presStyleIdx="0" presStyleCnt="0"/>
      <dgm:spPr/>
    </dgm:pt>
    <dgm:pt modelId="{C2593322-63F5-49EE-A160-3BD1CE580318}" type="pres">
      <dgm:prSet presAssocID="{0B99BA96-1457-485D-A9A8-53A602F496D4}" presName="compNode" presStyleCnt="0"/>
      <dgm:spPr/>
    </dgm:pt>
    <dgm:pt modelId="{CFDB3021-5EF5-4A66-9409-F7310FEF4256}" type="pres">
      <dgm:prSet presAssocID="{0B99BA96-1457-485D-A9A8-53A602F496D4}" presName="iconBgRect" presStyleLbl="bgShp" presStyleIdx="2" presStyleCnt="5"/>
      <dgm:spPr/>
    </dgm:pt>
    <dgm:pt modelId="{3F932A3F-6F85-4830-9430-4E7A4F9CE00F}" type="pres">
      <dgm:prSet presAssocID="{0B99BA96-1457-485D-A9A8-53A602F496D4}"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Scale"/>
        </a:ext>
      </dgm:extLst>
    </dgm:pt>
    <dgm:pt modelId="{7794DF99-A166-4D7F-8955-4ADA21B6CDEE}" type="pres">
      <dgm:prSet presAssocID="{0B99BA96-1457-485D-A9A8-53A602F496D4}" presName="spaceRect" presStyleCnt="0"/>
      <dgm:spPr/>
    </dgm:pt>
    <dgm:pt modelId="{0855F3C0-A414-4D66-A375-59D019BE6353}" type="pres">
      <dgm:prSet presAssocID="{0B99BA96-1457-485D-A9A8-53A602F496D4}" presName="textRect" presStyleLbl="revTx" presStyleIdx="2" presStyleCnt="5">
        <dgm:presLayoutVars>
          <dgm:chMax val="1"/>
          <dgm:chPref val="1"/>
        </dgm:presLayoutVars>
      </dgm:prSet>
      <dgm:spPr/>
    </dgm:pt>
    <dgm:pt modelId="{8D72CB62-E60D-40CE-AC88-697D15ACCF9E}" type="pres">
      <dgm:prSet presAssocID="{FA0B1DE8-8C8F-4DC4-8673-5AD515CE4C70}" presName="sibTrans" presStyleLbl="sibTrans2D1" presStyleIdx="0" presStyleCnt="0"/>
      <dgm:spPr/>
    </dgm:pt>
    <dgm:pt modelId="{D0234EC5-566F-4761-BF45-5478A59AD075}" type="pres">
      <dgm:prSet presAssocID="{7369C10D-94C8-48FD-8200-4186473825D9}" presName="compNode" presStyleCnt="0"/>
      <dgm:spPr/>
    </dgm:pt>
    <dgm:pt modelId="{6481574E-D265-4F59-8636-D781619AA9DC}" type="pres">
      <dgm:prSet presAssocID="{7369C10D-94C8-48FD-8200-4186473825D9}" presName="iconBgRect" presStyleLbl="bgShp" presStyleIdx="3" presStyleCnt="5"/>
      <dgm:spPr/>
    </dgm:pt>
    <dgm:pt modelId="{DEE94C4F-91B5-4CCF-A2A9-163B2D7F1949}" type="pres">
      <dgm:prSet presAssocID="{7369C10D-94C8-48FD-8200-4186473825D9}"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Processor"/>
        </a:ext>
      </dgm:extLst>
    </dgm:pt>
    <dgm:pt modelId="{67C9E84F-BCE6-4D5A-B828-E26D41A2A19D}" type="pres">
      <dgm:prSet presAssocID="{7369C10D-94C8-48FD-8200-4186473825D9}" presName="spaceRect" presStyleCnt="0"/>
      <dgm:spPr/>
    </dgm:pt>
    <dgm:pt modelId="{D41052F7-03D3-46B0-B608-B2EFDAE0D112}" type="pres">
      <dgm:prSet presAssocID="{7369C10D-94C8-48FD-8200-4186473825D9}" presName="textRect" presStyleLbl="revTx" presStyleIdx="3" presStyleCnt="5">
        <dgm:presLayoutVars>
          <dgm:chMax val="1"/>
          <dgm:chPref val="1"/>
        </dgm:presLayoutVars>
      </dgm:prSet>
      <dgm:spPr/>
    </dgm:pt>
    <dgm:pt modelId="{E5C3C2A3-2BC7-4495-9ACD-734434FD24D2}" type="pres">
      <dgm:prSet presAssocID="{BE9EF7B7-C6C0-40D9-ABAF-E898412BA671}" presName="sibTrans" presStyleLbl="sibTrans2D1" presStyleIdx="0" presStyleCnt="0"/>
      <dgm:spPr/>
    </dgm:pt>
    <dgm:pt modelId="{9D01A271-AE9C-4723-8CC2-CD1F8B910DDB}" type="pres">
      <dgm:prSet presAssocID="{5B577BFF-70F2-48F1-97A3-8D7C5AABA0CC}" presName="compNode" presStyleCnt="0"/>
      <dgm:spPr/>
    </dgm:pt>
    <dgm:pt modelId="{15B9914A-486B-4209-82AE-C057AE19B482}" type="pres">
      <dgm:prSet presAssocID="{5B577BFF-70F2-48F1-97A3-8D7C5AABA0CC}" presName="iconBgRect" presStyleLbl="bgShp" presStyleIdx="4" presStyleCnt="5"/>
      <dgm:spPr/>
    </dgm:pt>
    <dgm:pt modelId="{FA0EB893-7555-4C70-B879-69A3721DDA62}" type="pres">
      <dgm:prSet presAssocID="{5B577BFF-70F2-48F1-97A3-8D7C5AABA0CC}"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dgm:spPr>
      <dgm:extLst>
        <a:ext uri="{E40237B7-FDA0-4F09-8148-C483321AD2D9}">
          <dgm14:cNvPr xmlns:dgm14="http://schemas.microsoft.com/office/drawing/2010/diagram" id="0" name="" descr="Stethoscope"/>
        </a:ext>
      </dgm:extLst>
    </dgm:pt>
    <dgm:pt modelId="{1647141E-F5F4-4DBF-86C2-E5892B95E070}" type="pres">
      <dgm:prSet presAssocID="{5B577BFF-70F2-48F1-97A3-8D7C5AABA0CC}" presName="spaceRect" presStyleCnt="0"/>
      <dgm:spPr/>
    </dgm:pt>
    <dgm:pt modelId="{B445E634-F677-4A81-A5E6-87778FD25F98}" type="pres">
      <dgm:prSet presAssocID="{5B577BFF-70F2-48F1-97A3-8D7C5AABA0CC}" presName="textRect" presStyleLbl="revTx" presStyleIdx="4" presStyleCnt="5">
        <dgm:presLayoutVars>
          <dgm:chMax val="1"/>
          <dgm:chPref val="1"/>
        </dgm:presLayoutVars>
      </dgm:prSet>
      <dgm:spPr/>
    </dgm:pt>
  </dgm:ptLst>
  <dgm:cxnLst>
    <dgm:cxn modelId="{EBA35C19-9B50-402F-BCF8-7F215833DBCE}" srcId="{B7C994EE-28B1-4339-9E65-0928710942FE}" destId="{7369C10D-94C8-48FD-8200-4186473825D9}" srcOrd="3" destOrd="0" parTransId="{FF09E32E-BF39-4FFD-AF6B-3F5CC988BC1C}" sibTransId="{BE9EF7B7-C6C0-40D9-ABAF-E898412BA671}"/>
    <dgm:cxn modelId="{0C3ED719-EC68-4D1A-B051-589ADE4B0077}" type="presOf" srcId="{E97712B4-58C2-4049-BEC6-D857D4CFB46F}" destId="{8F0784E4-B7FA-41F0-BB09-7AB2C0793DF6}" srcOrd="0" destOrd="0" presId="urn:microsoft.com/office/officeart/2018/2/layout/IconCircleList"/>
    <dgm:cxn modelId="{0EEE702B-00DA-4CF7-B066-84D7E8DED6D4}" type="presOf" srcId="{5B577BFF-70F2-48F1-97A3-8D7C5AABA0CC}" destId="{B445E634-F677-4A81-A5E6-87778FD25F98}" srcOrd="0" destOrd="0" presId="urn:microsoft.com/office/officeart/2018/2/layout/IconCircleList"/>
    <dgm:cxn modelId="{0616F634-86DE-42C5-91B1-ECE3A78085A6}" type="presOf" srcId="{C9813919-5172-4D23-82F9-620AA72C3617}" destId="{9CAF7D4B-2F1E-4036-B760-4EEECEAF3ED2}" srcOrd="0" destOrd="0" presId="urn:microsoft.com/office/officeart/2018/2/layout/IconCircleList"/>
    <dgm:cxn modelId="{A782CB5F-A004-4968-BE21-93FFD69DC4F1}" type="presOf" srcId="{7369C10D-94C8-48FD-8200-4186473825D9}" destId="{D41052F7-03D3-46B0-B608-B2EFDAE0D112}" srcOrd="0" destOrd="0" presId="urn:microsoft.com/office/officeart/2018/2/layout/IconCircleList"/>
    <dgm:cxn modelId="{668AC044-42C1-4882-A163-35A4FFC784FD}" type="presOf" srcId="{4AC4EC62-0D96-4308-B41E-8A95AB357EC0}" destId="{BD57C02E-EA1C-4BC0-A0AB-B99126CB29AA}" srcOrd="0" destOrd="0" presId="urn:microsoft.com/office/officeart/2018/2/layout/IconCircleList"/>
    <dgm:cxn modelId="{37271649-4401-42D3-AEBE-245970DCB431}" srcId="{B7C994EE-28B1-4339-9E65-0928710942FE}" destId="{5B577BFF-70F2-48F1-97A3-8D7C5AABA0CC}" srcOrd="4" destOrd="0" parTransId="{1F0EDCE9-83E3-4F59-9E78-6AA6454AFC22}" sibTransId="{8E9875A1-1199-40BB-9D02-0AF7E892FB5F}"/>
    <dgm:cxn modelId="{19F57953-0391-41C8-B801-55143880429C}" type="presOf" srcId="{0B99BA96-1457-485D-A9A8-53A602F496D4}" destId="{0855F3C0-A414-4D66-A375-59D019BE6353}" srcOrd="0" destOrd="0" presId="urn:microsoft.com/office/officeart/2018/2/layout/IconCircleList"/>
    <dgm:cxn modelId="{40DCFA89-CB20-4AE7-BBA8-5499E4825D4B}" type="presOf" srcId="{2472D0E0-CFA6-4B7A-BBFF-AA1E769C8B31}" destId="{6642908D-F9A6-4BF8-8F43-05075AB309D6}" srcOrd="0" destOrd="0" presId="urn:microsoft.com/office/officeart/2018/2/layout/IconCircleList"/>
    <dgm:cxn modelId="{93134190-7732-4095-9052-11D461BBADBD}" srcId="{B7C994EE-28B1-4339-9E65-0928710942FE}" destId="{C9813919-5172-4D23-82F9-620AA72C3617}" srcOrd="1" destOrd="0" parTransId="{278A53F7-FAAE-4E49-B254-853E75699FA3}" sibTransId="{4AC4EC62-0D96-4308-B41E-8A95AB357EC0}"/>
    <dgm:cxn modelId="{1F166B99-C1BB-4BB2-B1A1-3E4B68E3A5C6}" type="presOf" srcId="{B7C994EE-28B1-4339-9E65-0928710942FE}" destId="{9AC3C66E-A4B9-40DC-9D74-45D0706AA2EE}" srcOrd="0" destOrd="0" presId="urn:microsoft.com/office/officeart/2018/2/layout/IconCircleList"/>
    <dgm:cxn modelId="{CB5B049B-8A56-48A1-85BC-144BA233FFCC}" type="presOf" srcId="{BE9EF7B7-C6C0-40D9-ABAF-E898412BA671}" destId="{E5C3C2A3-2BC7-4495-9ACD-734434FD24D2}" srcOrd="0" destOrd="0" presId="urn:microsoft.com/office/officeart/2018/2/layout/IconCircleList"/>
    <dgm:cxn modelId="{1BECB8C2-2811-4A37-BA49-9E7B1303D978}" srcId="{B7C994EE-28B1-4339-9E65-0928710942FE}" destId="{E97712B4-58C2-4049-BEC6-D857D4CFB46F}" srcOrd="0" destOrd="0" parTransId="{041C9A99-B2CA-48A8-9836-512E513CB8C2}" sibTransId="{2472D0E0-CFA6-4B7A-BBFF-AA1E769C8B31}"/>
    <dgm:cxn modelId="{D599F6E3-6776-4130-90C6-16086953441D}" type="presOf" srcId="{FA0B1DE8-8C8F-4DC4-8673-5AD515CE4C70}" destId="{8D72CB62-E60D-40CE-AC88-697D15ACCF9E}" srcOrd="0" destOrd="0" presId="urn:microsoft.com/office/officeart/2018/2/layout/IconCircleList"/>
    <dgm:cxn modelId="{3360EBE8-F1B6-4EB2-A66E-2531CED04A57}" srcId="{B7C994EE-28B1-4339-9E65-0928710942FE}" destId="{0B99BA96-1457-485D-A9A8-53A602F496D4}" srcOrd="2" destOrd="0" parTransId="{D2C51DDB-332D-49DA-A3A9-2CA6C237CBCD}" sibTransId="{FA0B1DE8-8C8F-4DC4-8673-5AD515CE4C70}"/>
    <dgm:cxn modelId="{393F6716-A73B-4976-AE96-83F570063C52}" type="presParOf" srcId="{9AC3C66E-A4B9-40DC-9D74-45D0706AA2EE}" destId="{5396793F-E569-41A5-9620-667EB00770B3}" srcOrd="0" destOrd="0" presId="urn:microsoft.com/office/officeart/2018/2/layout/IconCircleList"/>
    <dgm:cxn modelId="{433FF834-D118-4534-872A-F35CBD8E32E9}" type="presParOf" srcId="{5396793F-E569-41A5-9620-667EB00770B3}" destId="{8988F8D2-27F4-4276-991C-0DFE8078C4AE}" srcOrd="0" destOrd="0" presId="urn:microsoft.com/office/officeart/2018/2/layout/IconCircleList"/>
    <dgm:cxn modelId="{1153DCB2-0AA9-413D-92C5-CCD9FE67AB54}" type="presParOf" srcId="{8988F8D2-27F4-4276-991C-0DFE8078C4AE}" destId="{05D4776C-D7D4-4D1F-9227-52C8BF5234D5}" srcOrd="0" destOrd="0" presId="urn:microsoft.com/office/officeart/2018/2/layout/IconCircleList"/>
    <dgm:cxn modelId="{0B4145F7-ABB0-4138-81CD-C3985F92DEB4}" type="presParOf" srcId="{8988F8D2-27F4-4276-991C-0DFE8078C4AE}" destId="{E676C753-8877-40F2-8189-3FCFE5D0FE56}" srcOrd="1" destOrd="0" presId="urn:microsoft.com/office/officeart/2018/2/layout/IconCircleList"/>
    <dgm:cxn modelId="{B977079A-B984-4E00-AF50-86C94A5EBBA3}" type="presParOf" srcId="{8988F8D2-27F4-4276-991C-0DFE8078C4AE}" destId="{68BD3A36-3265-4E42-9967-6898BA111844}" srcOrd="2" destOrd="0" presId="urn:microsoft.com/office/officeart/2018/2/layout/IconCircleList"/>
    <dgm:cxn modelId="{A53E945F-88AA-4FA3-9009-30E35DA58D91}" type="presParOf" srcId="{8988F8D2-27F4-4276-991C-0DFE8078C4AE}" destId="{8F0784E4-B7FA-41F0-BB09-7AB2C0793DF6}" srcOrd="3" destOrd="0" presId="urn:microsoft.com/office/officeart/2018/2/layout/IconCircleList"/>
    <dgm:cxn modelId="{0BBF20BD-FEF6-4C9A-B4E3-CEE1E1508B48}" type="presParOf" srcId="{5396793F-E569-41A5-9620-667EB00770B3}" destId="{6642908D-F9A6-4BF8-8F43-05075AB309D6}" srcOrd="1" destOrd="0" presId="urn:microsoft.com/office/officeart/2018/2/layout/IconCircleList"/>
    <dgm:cxn modelId="{1C558140-9E1C-4FB2-BBEF-82B5D065A09E}" type="presParOf" srcId="{5396793F-E569-41A5-9620-667EB00770B3}" destId="{7757566C-710E-4047-AAC5-F876DEECE52E}" srcOrd="2" destOrd="0" presId="urn:microsoft.com/office/officeart/2018/2/layout/IconCircleList"/>
    <dgm:cxn modelId="{D1B23C05-C046-487F-B6B8-88ADF847C6E9}" type="presParOf" srcId="{7757566C-710E-4047-AAC5-F876DEECE52E}" destId="{EECD1803-44BC-40BC-9B09-9F4A4185F72C}" srcOrd="0" destOrd="0" presId="urn:microsoft.com/office/officeart/2018/2/layout/IconCircleList"/>
    <dgm:cxn modelId="{21688AE3-5EE2-4E12-8040-78F277E3DFD6}" type="presParOf" srcId="{7757566C-710E-4047-AAC5-F876DEECE52E}" destId="{C8C15215-D84B-41E4-A8A1-981D6841996D}" srcOrd="1" destOrd="0" presId="urn:microsoft.com/office/officeart/2018/2/layout/IconCircleList"/>
    <dgm:cxn modelId="{6EB1BCA0-DFE3-462E-AB40-A1EB9A4B7F28}" type="presParOf" srcId="{7757566C-710E-4047-AAC5-F876DEECE52E}" destId="{3F4C9180-9AFA-475B-8352-8F3DE431A47D}" srcOrd="2" destOrd="0" presId="urn:microsoft.com/office/officeart/2018/2/layout/IconCircleList"/>
    <dgm:cxn modelId="{12407FD6-C6C6-45EF-815F-88E5401996A7}" type="presParOf" srcId="{7757566C-710E-4047-AAC5-F876DEECE52E}" destId="{9CAF7D4B-2F1E-4036-B760-4EEECEAF3ED2}" srcOrd="3" destOrd="0" presId="urn:microsoft.com/office/officeart/2018/2/layout/IconCircleList"/>
    <dgm:cxn modelId="{FD15EAF3-4741-4243-9F9E-5B81C8CC5382}" type="presParOf" srcId="{5396793F-E569-41A5-9620-667EB00770B3}" destId="{BD57C02E-EA1C-4BC0-A0AB-B99126CB29AA}" srcOrd="3" destOrd="0" presId="urn:microsoft.com/office/officeart/2018/2/layout/IconCircleList"/>
    <dgm:cxn modelId="{6849A3EA-1C6D-4EF5-91AD-C6BAB9F3E102}" type="presParOf" srcId="{5396793F-E569-41A5-9620-667EB00770B3}" destId="{C2593322-63F5-49EE-A160-3BD1CE580318}" srcOrd="4" destOrd="0" presId="urn:microsoft.com/office/officeart/2018/2/layout/IconCircleList"/>
    <dgm:cxn modelId="{14B00026-BDEB-4813-A7E1-BE3F691E2637}" type="presParOf" srcId="{C2593322-63F5-49EE-A160-3BD1CE580318}" destId="{CFDB3021-5EF5-4A66-9409-F7310FEF4256}" srcOrd="0" destOrd="0" presId="urn:microsoft.com/office/officeart/2018/2/layout/IconCircleList"/>
    <dgm:cxn modelId="{010D5A85-F8E6-4DC7-A6D8-8FC6AA0ED758}" type="presParOf" srcId="{C2593322-63F5-49EE-A160-3BD1CE580318}" destId="{3F932A3F-6F85-4830-9430-4E7A4F9CE00F}" srcOrd="1" destOrd="0" presId="urn:microsoft.com/office/officeart/2018/2/layout/IconCircleList"/>
    <dgm:cxn modelId="{F654D611-BE65-465A-8A93-D37281A0B8C6}" type="presParOf" srcId="{C2593322-63F5-49EE-A160-3BD1CE580318}" destId="{7794DF99-A166-4D7F-8955-4ADA21B6CDEE}" srcOrd="2" destOrd="0" presId="urn:microsoft.com/office/officeart/2018/2/layout/IconCircleList"/>
    <dgm:cxn modelId="{05533835-887C-4306-9EC7-41A75386DE12}" type="presParOf" srcId="{C2593322-63F5-49EE-A160-3BD1CE580318}" destId="{0855F3C0-A414-4D66-A375-59D019BE6353}" srcOrd="3" destOrd="0" presId="urn:microsoft.com/office/officeart/2018/2/layout/IconCircleList"/>
    <dgm:cxn modelId="{987109CA-2500-48EE-96D8-E4FDE6E9E1BB}" type="presParOf" srcId="{5396793F-E569-41A5-9620-667EB00770B3}" destId="{8D72CB62-E60D-40CE-AC88-697D15ACCF9E}" srcOrd="5" destOrd="0" presId="urn:microsoft.com/office/officeart/2018/2/layout/IconCircleList"/>
    <dgm:cxn modelId="{75062CE0-3A44-48EB-9455-78D2E1A4746C}" type="presParOf" srcId="{5396793F-E569-41A5-9620-667EB00770B3}" destId="{D0234EC5-566F-4761-BF45-5478A59AD075}" srcOrd="6" destOrd="0" presId="urn:microsoft.com/office/officeart/2018/2/layout/IconCircleList"/>
    <dgm:cxn modelId="{468417B6-7B80-4C22-A0AA-5F678F87BD5B}" type="presParOf" srcId="{D0234EC5-566F-4761-BF45-5478A59AD075}" destId="{6481574E-D265-4F59-8636-D781619AA9DC}" srcOrd="0" destOrd="0" presId="urn:microsoft.com/office/officeart/2018/2/layout/IconCircleList"/>
    <dgm:cxn modelId="{3575121B-3027-4DC2-B5C3-C8569916DDD6}" type="presParOf" srcId="{D0234EC5-566F-4761-BF45-5478A59AD075}" destId="{DEE94C4F-91B5-4CCF-A2A9-163B2D7F1949}" srcOrd="1" destOrd="0" presId="urn:microsoft.com/office/officeart/2018/2/layout/IconCircleList"/>
    <dgm:cxn modelId="{B28E2176-B756-44A1-A9FE-73585A323384}" type="presParOf" srcId="{D0234EC5-566F-4761-BF45-5478A59AD075}" destId="{67C9E84F-BCE6-4D5A-B828-E26D41A2A19D}" srcOrd="2" destOrd="0" presId="urn:microsoft.com/office/officeart/2018/2/layout/IconCircleList"/>
    <dgm:cxn modelId="{22F887C8-EB01-49F1-AB66-33B9E38B653E}" type="presParOf" srcId="{D0234EC5-566F-4761-BF45-5478A59AD075}" destId="{D41052F7-03D3-46B0-B608-B2EFDAE0D112}" srcOrd="3" destOrd="0" presId="urn:microsoft.com/office/officeart/2018/2/layout/IconCircleList"/>
    <dgm:cxn modelId="{81C6DBC9-DDCF-4721-8229-AF8B3ECC285F}" type="presParOf" srcId="{5396793F-E569-41A5-9620-667EB00770B3}" destId="{E5C3C2A3-2BC7-4495-9ACD-734434FD24D2}" srcOrd="7" destOrd="0" presId="urn:microsoft.com/office/officeart/2018/2/layout/IconCircleList"/>
    <dgm:cxn modelId="{BCB6E90F-9BB9-40A4-88BD-C3447D1C5474}" type="presParOf" srcId="{5396793F-E569-41A5-9620-667EB00770B3}" destId="{9D01A271-AE9C-4723-8CC2-CD1F8B910DDB}" srcOrd="8" destOrd="0" presId="urn:microsoft.com/office/officeart/2018/2/layout/IconCircleList"/>
    <dgm:cxn modelId="{79E00658-D4D2-442D-B302-0FF3F11CD5B4}" type="presParOf" srcId="{9D01A271-AE9C-4723-8CC2-CD1F8B910DDB}" destId="{15B9914A-486B-4209-82AE-C057AE19B482}" srcOrd="0" destOrd="0" presId="urn:microsoft.com/office/officeart/2018/2/layout/IconCircleList"/>
    <dgm:cxn modelId="{A236DE87-FCDF-4D14-A243-18381D347F68}" type="presParOf" srcId="{9D01A271-AE9C-4723-8CC2-CD1F8B910DDB}" destId="{FA0EB893-7555-4C70-B879-69A3721DDA62}" srcOrd="1" destOrd="0" presId="urn:microsoft.com/office/officeart/2018/2/layout/IconCircleList"/>
    <dgm:cxn modelId="{97EC6889-BDC3-40F5-B125-76569812B71B}" type="presParOf" srcId="{9D01A271-AE9C-4723-8CC2-CD1F8B910DDB}" destId="{1647141E-F5F4-4DBF-86C2-E5892B95E070}" srcOrd="2" destOrd="0" presId="urn:microsoft.com/office/officeart/2018/2/layout/IconCircleList"/>
    <dgm:cxn modelId="{B06E2EA8-A39C-4EF2-8CD0-FEC10FE0FCBD}" type="presParOf" srcId="{9D01A271-AE9C-4723-8CC2-CD1F8B910DDB}" destId="{B445E634-F677-4A81-A5E6-87778FD25F98}" srcOrd="3" destOrd="0" presId="urn:microsoft.com/office/officeart/2018/2/layout/IconCircle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D4776C-D7D4-4D1F-9227-52C8BF5234D5}">
      <dsp:nvSpPr>
        <dsp:cNvPr id="0" name=""/>
        <dsp:cNvSpPr/>
      </dsp:nvSpPr>
      <dsp:spPr>
        <a:xfrm>
          <a:off x="11180" y="24768"/>
          <a:ext cx="816279" cy="816279"/>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676C753-8877-40F2-8189-3FCFE5D0FE56}">
      <dsp:nvSpPr>
        <dsp:cNvPr id="0" name=""/>
        <dsp:cNvSpPr/>
      </dsp:nvSpPr>
      <dsp:spPr>
        <a:xfrm>
          <a:off x="182598" y="196187"/>
          <a:ext cx="473442" cy="47344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F0784E4-B7FA-41F0-BB09-7AB2C0793DF6}">
      <dsp:nvSpPr>
        <dsp:cNvPr id="0" name=""/>
        <dsp:cNvSpPr/>
      </dsp:nvSpPr>
      <dsp:spPr>
        <a:xfrm>
          <a:off x="1002377" y="24768"/>
          <a:ext cx="1924088" cy="816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CA" sz="1700" b="0" i="0" kern="1200"/>
            <a:t>Serverless removes servers. </a:t>
          </a:r>
          <a:endParaRPr lang="en-US" sz="1700" kern="1200"/>
        </a:p>
      </dsp:txBody>
      <dsp:txXfrm>
        <a:off x="1002377" y="24768"/>
        <a:ext cx="1924088" cy="816279"/>
      </dsp:txXfrm>
    </dsp:sp>
    <dsp:sp modelId="{EECD1803-44BC-40BC-9B09-9F4A4185F72C}">
      <dsp:nvSpPr>
        <dsp:cNvPr id="0" name=""/>
        <dsp:cNvSpPr/>
      </dsp:nvSpPr>
      <dsp:spPr>
        <a:xfrm>
          <a:off x="3261723" y="24768"/>
          <a:ext cx="816279" cy="816279"/>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8C15215-D84B-41E4-A8A1-981D6841996D}">
      <dsp:nvSpPr>
        <dsp:cNvPr id="0" name=""/>
        <dsp:cNvSpPr/>
      </dsp:nvSpPr>
      <dsp:spPr>
        <a:xfrm>
          <a:off x="3433142" y="196187"/>
          <a:ext cx="473442" cy="47344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CAF7D4B-2F1E-4036-B760-4EEECEAF3ED2}">
      <dsp:nvSpPr>
        <dsp:cNvPr id="0" name=""/>
        <dsp:cNvSpPr/>
      </dsp:nvSpPr>
      <dsp:spPr>
        <a:xfrm>
          <a:off x="4252920" y="24768"/>
          <a:ext cx="1924088" cy="816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CA" sz="1700" b="0" i="0" kern="1200"/>
            <a:t>Premium always wins. </a:t>
          </a:r>
          <a:endParaRPr lang="en-US" sz="1700" kern="1200"/>
        </a:p>
      </dsp:txBody>
      <dsp:txXfrm>
        <a:off x="4252920" y="24768"/>
        <a:ext cx="1924088" cy="816279"/>
      </dsp:txXfrm>
    </dsp:sp>
    <dsp:sp modelId="{CFDB3021-5EF5-4A66-9409-F7310FEF4256}">
      <dsp:nvSpPr>
        <dsp:cNvPr id="0" name=""/>
        <dsp:cNvSpPr/>
      </dsp:nvSpPr>
      <dsp:spPr>
        <a:xfrm>
          <a:off x="11180" y="1484569"/>
          <a:ext cx="816279" cy="816279"/>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F932A3F-6F85-4830-9430-4E7A4F9CE00F}">
      <dsp:nvSpPr>
        <dsp:cNvPr id="0" name=""/>
        <dsp:cNvSpPr/>
      </dsp:nvSpPr>
      <dsp:spPr>
        <a:xfrm>
          <a:off x="182598" y="1655988"/>
          <a:ext cx="473442" cy="47344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855F3C0-A414-4D66-A375-59D019BE6353}">
      <dsp:nvSpPr>
        <dsp:cNvPr id="0" name=""/>
        <dsp:cNvSpPr/>
      </dsp:nvSpPr>
      <dsp:spPr>
        <a:xfrm>
          <a:off x="1002377" y="1484569"/>
          <a:ext cx="1924088" cy="816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CA" sz="1700" b="0" i="0" kern="1200"/>
            <a:t>Consumption scales automatically. </a:t>
          </a:r>
          <a:endParaRPr lang="en-US" sz="1700" kern="1200"/>
        </a:p>
      </dsp:txBody>
      <dsp:txXfrm>
        <a:off x="1002377" y="1484569"/>
        <a:ext cx="1924088" cy="816279"/>
      </dsp:txXfrm>
    </dsp:sp>
    <dsp:sp modelId="{6481574E-D265-4F59-8636-D781619AA9DC}">
      <dsp:nvSpPr>
        <dsp:cNvPr id="0" name=""/>
        <dsp:cNvSpPr/>
      </dsp:nvSpPr>
      <dsp:spPr>
        <a:xfrm>
          <a:off x="3261723" y="1484569"/>
          <a:ext cx="816279" cy="816279"/>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EE94C4F-91B5-4CCF-A2A9-163B2D7F1949}">
      <dsp:nvSpPr>
        <dsp:cNvPr id="0" name=""/>
        <dsp:cNvSpPr/>
      </dsp:nvSpPr>
      <dsp:spPr>
        <a:xfrm>
          <a:off x="3433142" y="1655988"/>
          <a:ext cx="473442" cy="47344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41052F7-03D3-46B0-B608-B2EFDAE0D112}">
      <dsp:nvSpPr>
        <dsp:cNvPr id="0" name=""/>
        <dsp:cNvSpPr/>
      </dsp:nvSpPr>
      <dsp:spPr>
        <a:xfrm>
          <a:off x="4252920" y="1484569"/>
          <a:ext cx="1924088" cy="816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CA" sz="1700" b="0" i="0" kern="1200"/>
            <a:t>Scaling guarantees throughput. </a:t>
          </a:r>
          <a:endParaRPr lang="en-US" sz="1700" kern="1200"/>
        </a:p>
      </dsp:txBody>
      <dsp:txXfrm>
        <a:off x="4252920" y="1484569"/>
        <a:ext cx="1924088" cy="816279"/>
      </dsp:txXfrm>
    </dsp:sp>
    <dsp:sp modelId="{15B9914A-486B-4209-82AE-C057AE19B482}">
      <dsp:nvSpPr>
        <dsp:cNvPr id="0" name=""/>
        <dsp:cNvSpPr/>
      </dsp:nvSpPr>
      <dsp:spPr>
        <a:xfrm>
          <a:off x="11180" y="2944370"/>
          <a:ext cx="816279" cy="816279"/>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A0EB893-7555-4C70-B879-69A3721DDA62}">
      <dsp:nvSpPr>
        <dsp:cNvPr id="0" name=""/>
        <dsp:cNvSpPr/>
      </dsp:nvSpPr>
      <dsp:spPr>
        <a:xfrm>
          <a:off x="182598" y="3115789"/>
          <a:ext cx="473442" cy="47344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445E634-F677-4A81-A5E6-87778FD25F98}">
      <dsp:nvSpPr>
        <dsp:cNvPr id="0" name=""/>
        <dsp:cNvSpPr/>
      </dsp:nvSpPr>
      <dsp:spPr>
        <a:xfrm>
          <a:off x="1002377" y="2944370"/>
          <a:ext cx="1924088" cy="816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CA" sz="1700" b="0" i="0" kern="1200"/>
            <a:t>Monitoring supports diagnosis. </a:t>
          </a:r>
          <a:endParaRPr lang="en-US" sz="1700" kern="1200"/>
        </a:p>
      </dsp:txBody>
      <dsp:txXfrm>
        <a:off x="1002377" y="2944370"/>
        <a:ext cx="1924088" cy="816279"/>
      </dsp:txXfrm>
    </dsp:sp>
  </dsp:spTree>
</dsp:drawing>
</file>

<file path=ppt/diagrams/layout1.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CC598D-21B7-4C3E-B513-6C9C308A7509}" type="datetimeFigureOut">
              <a:t>10/22/2026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82C3B9-E41B-42A6-ABC2-74E45C868B98}" type="slidenum">
              <a:t>‹#›</a:t>
            </a:fld>
            <a:endParaRPr lang="en-US"/>
          </a:p>
        </p:txBody>
      </p:sp>
    </p:spTree>
    <p:extLst>
      <p:ext uri="{BB962C8B-B14F-4D97-AF65-F5344CB8AC3E}">
        <p14:creationId xmlns:p14="http://schemas.microsoft.com/office/powerpoint/2010/main" val="26924160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Today, we are sharing our group research on serverless computing at SPAR NL. Our main question is: how does SPAR balance cost, performance, and operational needs when adopting serverless services? </a:t>
            </a:r>
          </a:p>
        </p:txBody>
      </p:sp>
      <p:sp>
        <p:nvSpPr>
          <p:cNvPr id="4" name="Slide Number Placeholder 3"/>
          <p:cNvSpPr>
            <a:spLocks noGrp="1"/>
          </p:cNvSpPr>
          <p:nvPr>
            <p:ph type="sldNum" sz="quarter" idx="5"/>
          </p:nvPr>
        </p:nvSpPr>
        <p:spPr/>
        <p:txBody>
          <a:bodyPr/>
          <a:lstStyle/>
          <a:p>
            <a:fld id="{BE82C3B9-E41B-42A6-ABC2-74E45C868B98}" type="slidenum">
              <a:t>1</a:t>
            </a:fld>
            <a:endParaRPr lang="en-US"/>
          </a:p>
        </p:txBody>
      </p:sp>
    </p:spTree>
    <p:extLst>
      <p:ext uri="{BB962C8B-B14F-4D97-AF65-F5344CB8AC3E}">
        <p14:creationId xmlns:p14="http://schemas.microsoft.com/office/powerpoint/2010/main" val="28958466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Our research focuses on selected order and product-data flows rather than SPAR’s entire IT environment. The published case describes ...... We’re examining the architecture and hosting choices, and our next step is to consolidate our comparison and findings.</a:t>
            </a:r>
          </a:p>
        </p:txBody>
      </p:sp>
      <p:sp>
        <p:nvSpPr>
          <p:cNvPr id="4" name="Slide Number Placeholder 3"/>
          <p:cNvSpPr>
            <a:spLocks noGrp="1"/>
          </p:cNvSpPr>
          <p:nvPr>
            <p:ph type="sldNum" sz="quarter" idx="5"/>
          </p:nvPr>
        </p:nvSpPr>
        <p:spPr/>
        <p:txBody>
          <a:bodyPr/>
          <a:lstStyle/>
          <a:p>
            <a:fld id="{BE82C3B9-E41B-42A6-ABC2-74E45C868B98}" type="slidenum">
              <a:t>2</a:t>
            </a:fld>
            <a:endParaRPr lang="en-US"/>
          </a:p>
        </p:txBody>
      </p:sp>
    </p:spTree>
    <p:extLst>
      <p:ext uri="{BB962C8B-B14F-4D97-AF65-F5344CB8AC3E}">
        <p14:creationId xmlns:p14="http://schemas.microsoft.com/office/powerpoint/2010/main" val="3423342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Separating processing into smaller stages helps accommodate changing demand. However, scaling functions does not guarantee that downstream systems can handle the same increase. The case also highlights better visibility through interface naming, tagging, and notifications. Our analysis is that retailers need both scaling and monitoring to keep data flows reliable. Monitoring helps teams identify where a failure occurs and notify the people responsible.</a:t>
            </a:r>
          </a:p>
        </p:txBody>
      </p:sp>
      <p:sp>
        <p:nvSpPr>
          <p:cNvPr id="4" name="Slide Number Placeholder 3"/>
          <p:cNvSpPr>
            <a:spLocks noGrp="1"/>
          </p:cNvSpPr>
          <p:nvPr>
            <p:ph type="sldNum" sz="quarter" idx="5"/>
          </p:nvPr>
        </p:nvSpPr>
        <p:spPr/>
        <p:txBody>
          <a:bodyPr/>
          <a:lstStyle/>
          <a:p>
            <a:fld id="{BE82C3B9-E41B-42A6-ABC2-74E45C868B98}" type="slidenum">
              <a:t>6</a:t>
            </a:fld>
            <a:endParaRPr lang="en-US"/>
          </a:p>
        </p:txBody>
      </p:sp>
    </p:spTree>
    <p:extLst>
      <p:ext uri="{BB962C8B-B14F-4D97-AF65-F5344CB8AC3E}">
        <p14:creationId xmlns:p14="http://schemas.microsoft.com/office/powerpoint/2010/main" val="35359305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02858-A681-6CD7-725A-B895B27E4B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84B8A7-FB85-5479-A323-84F1B486A8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396B32-A778-4255-FC58-664027311F21}"/>
              </a:ext>
            </a:extLst>
          </p:cNvPr>
          <p:cNvSpPr>
            <a:spLocks noGrp="1"/>
          </p:cNvSpPr>
          <p:nvPr>
            <p:ph type="body" idx="1"/>
          </p:nvPr>
        </p:nvSpPr>
        <p:spPr/>
        <p:txBody>
          <a:bodyPr/>
          <a:lstStyle/>
          <a:p>
            <a:r>
              <a:rPr lang="en-US"/>
              <a:t>At this stage, we’re looking at two challenges highlighted in the case: connecting legacy systems and identifying failures across data flows. One initial takeaway is that hosting and monitoring choices need to reflect different workload requirements. We’ll build on these initial findings as we continue our research.</a:t>
            </a:r>
          </a:p>
        </p:txBody>
      </p:sp>
      <p:sp>
        <p:nvSpPr>
          <p:cNvPr id="4" name="Slide Number Placeholder 3">
            <a:extLst>
              <a:ext uri="{FF2B5EF4-FFF2-40B4-BE49-F238E27FC236}">
                <a16:creationId xmlns:a16="http://schemas.microsoft.com/office/drawing/2014/main" id="{A97B3447-8B58-B331-0BAE-06A048DC788D}"/>
              </a:ext>
            </a:extLst>
          </p:cNvPr>
          <p:cNvSpPr>
            <a:spLocks noGrp="1"/>
          </p:cNvSpPr>
          <p:nvPr>
            <p:ph type="sldNum" sz="quarter" idx="5"/>
          </p:nvPr>
        </p:nvSpPr>
        <p:spPr/>
        <p:txBody>
          <a:bodyPr/>
          <a:lstStyle/>
          <a:p>
            <a:fld id="{BE82C3B9-E41B-42A6-ABC2-74E45C868B98}" type="slidenum">
              <a:t>7</a:t>
            </a:fld>
            <a:endParaRPr lang="en-US"/>
          </a:p>
        </p:txBody>
      </p:sp>
    </p:spTree>
    <p:extLst>
      <p:ext uri="{BB962C8B-B14F-4D97-AF65-F5344CB8AC3E}">
        <p14:creationId xmlns:p14="http://schemas.microsoft.com/office/powerpoint/2010/main" val="29071700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Let's finish with five true-or-false statements. Please answer each one before we reveal the explanation. First: serverless removes servers. Second: Premium always wins. Third: Consumption scales automatically. Fourth: scaling guarantees throughput. Fifth: monitoring supports diagnosis. Thank you — these questions </a:t>
            </a:r>
            <a:r>
              <a:rPr lang="en-US" err="1"/>
              <a:t>summarise</a:t>
            </a:r>
            <a:r>
              <a:rPr lang="en-US"/>
              <a:t> the main points of our initial research.</a:t>
            </a:r>
          </a:p>
        </p:txBody>
      </p:sp>
      <p:sp>
        <p:nvSpPr>
          <p:cNvPr id="4" name="Slide Number Placeholder 3"/>
          <p:cNvSpPr>
            <a:spLocks noGrp="1"/>
          </p:cNvSpPr>
          <p:nvPr>
            <p:ph type="sldNum" sz="quarter" idx="5"/>
          </p:nvPr>
        </p:nvSpPr>
        <p:spPr/>
        <p:txBody>
          <a:bodyPr/>
          <a:lstStyle/>
          <a:p>
            <a:fld id="{BE82C3B9-E41B-42A6-ABC2-74E45C868B98}" type="slidenum">
              <a:t>8</a:t>
            </a:fld>
            <a:endParaRPr lang="en-US"/>
          </a:p>
        </p:txBody>
      </p:sp>
    </p:spTree>
    <p:extLst>
      <p:ext uri="{BB962C8B-B14F-4D97-AF65-F5344CB8AC3E}">
        <p14:creationId xmlns:p14="http://schemas.microsoft.com/office/powerpoint/2010/main" val="2761897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Microsoft. (2023, February 22). SPAR NL readies for the future of retail with Azure Integration Services. Microsoft Customer Stories.</a:t>
            </a:r>
          </a:p>
          <a:p>
            <a:r>
              <a:rPr lang="en-US"/>
              <a:t>https://www.microsoft.com/en/customers/story/1607488243744944969-spar-nl-readies-future-retail-with-azure-integration-services</a:t>
            </a:r>
            <a:endParaRPr lang="en-US">
              <a:ea typeface="Calibri"/>
              <a:cs typeface="Calibri"/>
            </a:endParaRPr>
          </a:p>
          <a:p>
            <a:r>
              <a:rPr lang="en-US"/>
              <a:t> </a:t>
            </a:r>
            <a:endParaRPr lang="en-US">
              <a:ea typeface="Calibri"/>
              <a:cs typeface="Calibri"/>
            </a:endParaRPr>
          </a:p>
          <a:p>
            <a:r>
              <a:rPr lang="en-US"/>
              <a:t> Microsoft. (n.d.). Azure Functions hosting options. Microsoft Learn.</a:t>
            </a:r>
          </a:p>
          <a:p>
            <a:r>
              <a:rPr lang="en-US"/>
              <a:t>https://learn.microsoft.com/en-us/azure/azure-functions/functions-scale</a:t>
            </a:r>
            <a:endParaRPr lang="en-US">
              <a:ea typeface="Calibri"/>
              <a:cs typeface="Calibri"/>
            </a:endParaRPr>
          </a:p>
          <a:p>
            <a:r>
              <a:rPr lang="en-US"/>
              <a:t> </a:t>
            </a:r>
            <a:endParaRPr lang="en-US">
              <a:ea typeface="Calibri"/>
              <a:cs typeface="Calibri"/>
            </a:endParaRPr>
          </a:p>
          <a:p>
            <a:r>
              <a:rPr lang="en-US"/>
              <a:t>Microsoft. (n.d.). Azure Functions pricing. Microsoft Azure.</a:t>
            </a:r>
          </a:p>
          <a:p>
            <a:r>
              <a:rPr lang="en-US"/>
              <a:t>https://azure.microsoft.com/en-us/pricing/details/functions/</a:t>
            </a:r>
            <a:endParaRPr lang="en-US">
              <a:ea typeface="Calibri"/>
              <a:cs typeface="Calibri"/>
            </a:endParaRPr>
          </a:p>
        </p:txBody>
      </p:sp>
      <p:sp>
        <p:nvSpPr>
          <p:cNvPr id="4" name="Slide Number Placeholder 3"/>
          <p:cNvSpPr>
            <a:spLocks noGrp="1"/>
          </p:cNvSpPr>
          <p:nvPr>
            <p:ph type="sldNum" sz="quarter" idx="5"/>
          </p:nvPr>
        </p:nvSpPr>
        <p:spPr/>
        <p:txBody>
          <a:bodyPr/>
          <a:lstStyle/>
          <a:p>
            <a:fld id="{BE82C3B9-E41B-42A6-ABC2-74E45C868B98}" type="slidenum">
              <a:t>9</a:t>
            </a:fld>
            <a:endParaRPr lang="en-US"/>
          </a:p>
        </p:txBody>
      </p:sp>
    </p:spTree>
    <p:extLst>
      <p:ext uri="{BB962C8B-B14F-4D97-AF65-F5344CB8AC3E}">
        <p14:creationId xmlns:p14="http://schemas.microsoft.com/office/powerpoint/2010/main" val="22550344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AAD347D-5ACD-4C99-B74B-A9C85AD731AF}" type="datetimeFigureOut">
              <a:rPr lang="en-US" dirty="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p>
            <a:fld id="{4509A250-FF31-4206-8172-F9D3106AACB1}" type="datetimeFigureOut">
              <a:rPr lang="en-US" dirty="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796027F-7875-4030-9381-8BD8C4F21935}" type="datetimeFigureOut">
              <a:rPr lang="en-US" dirty="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796027F-7875-4030-9381-8BD8C4F21935}" type="datetimeFigureOut">
              <a:rPr lang="en-US" dirty="0"/>
              <a:t>10/22/2026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796027F-7875-4030-9381-8BD8C4F21935}" type="datetimeFigureOut">
              <a:rPr lang="en-US" dirty="0"/>
              <a:t>10/22/2026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7" name="Date Placeholder 2"/>
          <p:cNvSpPr>
            <a:spLocks noGrp="1"/>
          </p:cNvSpPr>
          <p:nvPr>
            <p:ph type="dt" sz="half" idx="10"/>
          </p:nvPr>
        </p:nvSpPr>
        <p:spPr/>
        <p:txBody>
          <a:bodyPr/>
          <a:lstStyle/>
          <a:p>
            <a:fld id="{4509A250-FF31-4206-8172-F9D3106AACB1}" type="datetimeFigureOut">
              <a:rPr lang="en-US" dirty="0"/>
              <a:t>10/22/2026</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4509A250-FF31-4206-8172-F9D3106AACB1}" type="datetimeFigureOut">
              <a:rPr lang="en-US" dirty="0"/>
              <a:t>10/22/2026</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4509A250-FF31-4206-8172-F9D3106AACB1}" type="datetimeFigureOut">
              <a:rPr lang="en-US" dirty="0"/>
              <a:t>10/22/2026</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t>10/22/2026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t>10/22/2026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10/22/2026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10/22/2026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509A250-FF31-4206-8172-F9D3106AACB1}" type="datetimeFigureOut">
              <a:rPr lang="en-US" dirty="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509A250-FF31-4206-8172-F9D3106AACB1}" type="datetimeFigureOut">
              <a:rPr lang="en-US" dirty="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A"/>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CA"/>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4AAD347D-5ACD-4C99-B74B-A9C85AD731AF}" type="datetimeFigureOut">
              <a:rPr lang="en-US" dirty="0"/>
              <a:t>10/22/2026</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02111984F565}" type="slidenum">
              <a:rPr lang="en-US" dirty="0"/>
              <a:t>‹#›</a:t>
            </a:fld>
            <a:endParaRPr lang="en-US"/>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8" r:id="rId9"/>
    <p:sldLayoutId id="2147483667" r:id="rId10"/>
    <p:sldLayoutId id="2147483661" r:id="rId11"/>
    <p:sldLayoutId id="2147483664" r:id="rId12"/>
    <p:sldLayoutId id="2147483662" r:id="rId13"/>
    <p:sldLayoutId id="2147483669" r:id="rId14"/>
    <p:sldLayoutId id="2147483670" r:id="rId15"/>
    <p:sldLayoutId id="2147483658" r:id="rId16"/>
    <p:sldLayoutId id="2147483659" r:id="rId17"/>
  </p:sldLayoutIdLst>
  <p:hf sldNum="0"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jpeg"/><Relationship Id="rId7" Type="http://schemas.openxmlformats.org/officeDocument/2006/relationships/diagramColors" Target="../diagrams/colors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 Id="rId9"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2DEB0C-E09D-F50C-56C7-19588C7C5AE2}"/>
              </a:ext>
            </a:extLst>
          </p:cNvPr>
          <p:cNvSpPr>
            <a:spLocks noGrp="1"/>
          </p:cNvSpPr>
          <p:nvPr>
            <p:ph type="ctrTitle"/>
          </p:nvPr>
        </p:nvSpPr>
        <p:spPr>
          <a:xfrm>
            <a:off x="582684" y="-981"/>
            <a:ext cx="11037045" cy="2390955"/>
          </a:xfrm>
        </p:spPr>
        <p:txBody>
          <a:bodyPr/>
          <a:lstStyle/>
          <a:p>
            <a:r>
              <a:rPr lang="en-CA" sz="4800"/>
              <a:t>SERVERLESS COMPUTING</a:t>
            </a:r>
            <a:br>
              <a:rPr lang="en-CA" sz="4800"/>
            </a:br>
            <a:r>
              <a:rPr lang="en-CA" sz="4800" i="1"/>
              <a:t>AT SPAR NL</a:t>
            </a:r>
            <a:endParaRPr lang="en-CA" sz="4800"/>
          </a:p>
        </p:txBody>
      </p:sp>
      <p:sp>
        <p:nvSpPr>
          <p:cNvPr id="7" name="TextBox 6">
            <a:extLst>
              <a:ext uri="{FF2B5EF4-FFF2-40B4-BE49-F238E27FC236}">
                <a16:creationId xmlns:a16="http://schemas.microsoft.com/office/drawing/2014/main" id="{0D5CE49B-1EDA-A256-7C74-0A1577A6C378}"/>
              </a:ext>
            </a:extLst>
          </p:cNvPr>
          <p:cNvSpPr txBox="1"/>
          <p:nvPr/>
        </p:nvSpPr>
        <p:spPr>
          <a:xfrm>
            <a:off x="583638" y="2551761"/>
            <a:ext cx="831870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a:t>Balancing Cost and Performance</a:t>
            </a:r>
          </a:p>
        </p:txBody>
      </p:sp>
      <p:sp>
        <p:nvSpPr>
          <p:cNvPr id="12" name="TextBox 11">
            <a:extLst>
              <a:ext uri="{FF2B5EF4-FFF2-40B4-BE49-F238E27FC236}">
                <a16:creationId xmlns:a16="http://schemas.microsoft.com/office/drawing/2014/main" id="{B12C3729-F485-B1E1-2735-FEE90544EE7B}"/>
              </a:ext>
            </a:extLst>
          </p:cNvPr>
          <p:cNvSpPr txBox="1"/>
          <p:nvPr/>
        </p:nvSpPr>
        <p:spPr>
          <a:xfrm>
            <a:off x="579474" y="3227983"/>
            <a:ext cx="8318707"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t>David Han · Ellie Zheng · Hussein Dawod</a:t>
            </a:r>
            <a:endParaRPr lang="en-US"/>
          </a:p>
        </p:txBody>
      </p:sp>
      <p:pic>
        <p:nvPicPr>
          <p:cNvPr id="3" name="Picture 2" descr="SPAR in the Eura, Finland — PICRYL - Public Domain Media Search Engine">
            <a:extLst>
              <a:ext uri="{FF2B5EF4-FFF2-40B4-BE49-F238E27FC236}">
                <a16:creationId xmlns:a16="http://schemas.microsoft.com/office/drawing/2014/main" id="{092CE80B-F063-F8BE-2FF9-4B83FB5394BF}"/>
              </a:ext>
            </a:extLst>
          </p:cNvPr>
          <p:cNvPicPr>
            <a:picLocks noChangeAspect="1"/>
          </p:cNvPicPr>
          <p:nvPr/>
        </p:nvPicPr>
        <p:blipFill>
          <a:blip r:embed="rId3"/>
          <a:stretch>
            <a:fillRect/>
          </a:stretch>
        </p:blipFill>
        <p:spPr>
          <a:xfrm>
            <a:off x="6562727" y="2181226"/>
            <a:ext cx="5289549" cy="4210050"/>
          </a:xfrm>
          <a:prstGeom prst="rect">
            <a:avLst/>
          </a:prstGeom>
        </p:spPr>
      </p:pic>
    </p:spTree>
    <p:extLst>
      <p:ext uri="{BB962C8B-B14F-4D97-AF65-F5344CB8AC3E}">
        <p14:creationId xmlns:p14="http://schemas.microsoft.com/office/powerpoint/2010/main" val="4723386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49076D5E-68ED-4CD1-A04F-E7934EBFAA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D021FA6-B1A6-6E76-224E-59E8E752CC2F}"/>
              </a:ext>
            </a:extLst>
          </p:cNvPr>
          <p:cNvSpPr>
            <a:spLocks noGrp="1"/>
          </p:cNvSpPr>
          <p:nvPr>
            <p:ph type="title"/>
          </p:nvPr>
        </p:nvSpPr>
        <p:spPr>
          <a:xfrm>
            <a:off x="648929" y="629266"/>
            <a:ext cx="3505495" cy="1622321"/>
          </a:xfrm>
        </p:spPr>
        <p:txBody>
          <a:bodyPr>
            <a:noAutofit/>
          </a:bodyPr>
          <a:lstStyle/>
          <a:p>
            <a:pPr>
              <a:lnSpc>
                <a:spcPct val="90000"/>
              </a:lnSpc>
            </a:pPr>
            <a:r>
              <a:rPr lang="zh-CN" altLang="zh-CN" sz="2800">
                <a:solidFill>
                  <a:srgbClr val="EBEBEB"/>
                </a:solidFill>
                <a:ea typeface="宋体"/>
              </a:rPr>
              <a:t>Business problems behind replacing the previous integration system</a:t>
            </a:r>
            <a:endParaRPr lang="en-CA" sz="2800">
              <a:solidFill>
                <a:srgbClr val="EBEBEB"/>
              </a:solidFill>
              <a:ea typeface="宋体"/>
            </a:endParaRPr>
          </a:p>
        </p:txBody>
      </p:sp>
      <p:sp>
        <p:nvSpPr>
          <p:cNvPr id="23" name="Rectangle 22">
            <a:extLst>
              <a:ext uri="{FF2B5EF4-FFF2-40B4-BE49-F238E27FC236}">
                <a16:creationId xmlns:a16="http://schemas.microsoft.com/office/drawing/2014/main" id="{21BE0A6B-EBF8-4301-B1AE-F6A1C4003E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ounded Rectangle 9">
            <a:extLst>
              <a:ext uri="{FF2B5EF4-FFF2-40B4-BE49-F238E27FC236}">
                <a16:creationId xmlns:a16="http://schemas.microsoft.com/office/drawing/2014/main" id="{03C06118-B3FE-4B51-80A1-B82C2E9FF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23688" y="484632"/>
            <a:ext cx="6584098" cy="5739187"/>
          </a:xfrm>
          <a:prstGeom prst="roundRect">
            <a:avLst>
              <a:gd name="adj" fmla="val 0"/>
            </a:avLst>
          </a:prstGeom>
          <a:ln w="12700">
            <a:solidFill>
              <a:schemeClr val="bg2"/>
            </a:solidFill>
          </a:ln>
          <a:effectLst>
            <a:outerShdw blurRad="50800" dist="50800" dir="5400000" algn="tl" rotWithShape="0">
              <a:srgbClr val="000000">
                <a:alpha val="4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BD4CF1E2-E117-8D8C-82C1-D7D11D70CAC5}"/>
              </a:ext>
            </a:extLst>
          </p:cNvPr>
          <p:cNvPicPr>
            <a:picLocks noChangeAspect="1"/>
          </p:cNvPicPr>
          <p:nvPr/>
        </p:nvPicPr>
        <p:blipFill>
          <a:blip r:embed="rId3"/>
          <a:stretch>
            <a:fillRect/>
          </a:stretch>
        </p:blipFill>
        <p:spPr>
          <a:xfrm>
            <a:off x="5608319" y="1983775"/>
            <a:ext cx="5614835" cy="2737231"/>
          </a:xfrm>
          <a:prstGeom prst="rect">
            <a:avLst/>
          </a:prstGeom>
          <a:effectLst/>
        </p:spPr>
      </p:pic>
      <p:sp>
        <p:nvSpPr>
          <p:cNvPr id="27" name="Rectangle 26">
            <a:extLst>
              <a:ext uri="{FF2B5EF4-FFF2-40B4-BE49-F238E27FC236}">
                <a16:creationId xmlns:a16="http://schemas.microsoft.com/office/drawing/2014/main" id="{172BE3F8-96D6-4535-9AE4-694DC4F5B1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3" name="Content Placeholder 2">
            <a:extLst>
              <a:ext uri="{FF2B5EF4-FFF2-40B4-BE49-F238E27FC236}">
                <a16:creationId xmlns:a16="http://schemas.microsoft.com/office/drawing/2014/main" id="{56F28459-8001-BE38-FE27-1E2F461B90A7}"/>
              </a:ext>
            </a:extLst>
          </p:cNvPr>
          <p:cNvSpPr>
            <a:spLocks noGrp="1"/>
          </p:cNvSpPr>
          <p:nvPr>
            <p:ph idx="1"/>
          </p:nvPr>
        </p:nvSpPr>
        <p:spPr>
          <a:xfrm>
            <a:off x="648931" y="2773680"/>
            <a:ext cx="3505494" cy="3785419"/>
          </a:xfrm>
        </p:spPr>
        <p:txBody>
          <a:bodyPr>
            <a:normAutofit/>
          </a:bodyPr>
          <a:lstStyle/>
          <a:p>
            <a:r>
              <a:rPr lang="zh-CN" altLang="zh-CN">
                <a:solidFill>
                  <a:srgbClr val="FFFFFF"/>
                </a:solidFill>
              </a:rPr>
              <a:t>Limited flexibility</a:t>
            </a:r>
            <a:endParaRPr lang="en-US" altLang="zh-CN">
              <a:solidFill>
                <a:srgbClr val="FFFFFF"/>
              </a:solidFill>
            </a:endParaRPr>
          </a:p>
          <a:p>
            <a:r>
              <a:rPr lang="en-US">
                <a:solidFill>
                  <a:srgbClr val="FFFFFF"/>
                </a:solidFill>
              </a:rPr>
              <a:t>Poor visibility</a:t>
            </a:r>
          </a:p>
          <a:p>
            <a:r>
              <a:rPr lang="en-US">
                <a:solidFill>
                  <a:srgbClr val="FFFFFF"/>
                </a:solidFill>
              </a:rPr>
              <a:t>Slow troubleshooting</a:t>
            </a:r>
          </a:p>
          <a:p>
            <a:r>
              <a:rPr lang="en-US">
                <a:solidFill>
                  <a:srgbClr val="FFFFFF"/>
                </a:solidFill>
              </a:rPr>
              <a:t>Cloud migration barriers</a:t>
            </a:r>
          </a:p>
          <a:p>
            <a:r>
              <a:rPr lang="en-US">
                <a:solidFill>
                  <a:srgbClr val="FFFFFF"/>
                </a:solidFill>
              </a:rPr>
              <a:t>Demand for scaling</a:t>
            </a:r>
            <a:r>
              <a:rPr lang="en-CA">
                <a:solidFill>
                  <a:srgbClr val="FFFFFF"/>
                </a:solidFill>
              </a:rPr>
              <a:t>  </a:t>
            </a:r>
          </a:p>
        </p:txBody>
      </p:sp>
    </p:spTree>
    <p:extLst>
      <p:ext uri="{BB962C8B-B14F-4D97-AF65-F5344CB8AC3E}">
        <p14:creationId xmlns:p14="http://schemas.microsoft.com/office/powerpoint/2010/main" val="3486365871"/>
      </p:ext>
    </p:ext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AB4A48E-C1AF-7B09-6B4C-3AEE3B5629F0}"/>
              </a:ext>
            </a:extLst>
          </p:cNvPr>
          <p:cNvSpPr>
            <a:spLocks noGrp="1"/>
          </p:cNvSpPr>
          <p:nvPr>
            <p:ph type="title"/>
          </p:nvPr>
        </p:nvSpPr>
        <p:spPr>
          <a:xfrm>
            <a:off x="648931" y="705466"/>
            <a:ext cx="4166510" cy="1622321"/>
          </a:xfrm>
        </p:spPr>
        <p:txBody>
          <a:bodyPr>
            <a:normAutofit/>
          </a:bodyPr>
          <a:lstStyle/>
          <a:p>
            <a:pPr>
              <a:lnSpc>
                <a:spcPct val="90000"/>
              </a:lnSpc>
            </a:pPr>
            <a:r>
              <a:rPr lang="zh-CN" altLang="zh-CN" sz="2800">
                <a:solidFill>
                  <a:srgbClr val="EBEBEB"/>
                </a:solidFill>
                <a:ea typeface="宋体"/>
              </a:rPr>
              <a:t>How the main Azure components work together</a:t>
            </a:r>
            <a:endParaRPr lang="en-CA" sz="2800">
              <a:solidFill>
                <a:srgbClr val="EBEBEB"/>
              </a:solidFill>
              <a:ea typeface="宋体"/>
            </a:endParaRPr>
          </a:p>
        </p:txBody>
      </p:sp>
      <p:sp>
        <p:nvSpPr>
          <p:cNvPr id="12"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14" name="Freeform: Shape 13">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sp>
      <p:pic>
        <p:nvPicPr>
          <p:cNvPr id="5" name="图片 4" descr="Flowchart of Spar's Azure data processing system">
            <a:extLst>
              <a:ext uri="{FF2B5EF4-FFF2-40B4-BE49-F238E27FC236}">
                <a16:creationId xmlns:a16="http://schemas.microsoft.com/office/drawing/2014/main" id="{90F8500D-4611-3F90-5CF1-A03B7A6604CE}"/>
              </a:ext>
            </a:extLst>
          </p:cNvPr>
          <p:cNvPicPr>
            <a:picLocks noChangeAspect="1"/>
          </p:cNvPicPr>
          <p:nvPr/>
        </p:nvPicPr>
        <p:blipFill>
          <a:blip r:embed="rId2"/>
          <a:stretch>
            <a:fillRect/>
          </a:stretch>
        </p:blipFill>
        <p:spPr>
          <a:xfrm>
            <a:off x="6093992" y="840301"/>
            <a:ext cx="5449889" cy="5177394"/>
          </a:xfrm>
          <a:prstGeom prst="rect">
            <a:avLst/>
          </a:prstGeom>
          <a:effectLst/>
        </p:spPr>
      </p:pic>
      <p:sp>
        <p:nvSpPr>
          <p:cNvPr id="16" name="Rectangle 15">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3" name="Content Placeholder 2">
            <a:extLst>
              <a:ext uri="{FF2B5EF4-FFF2-40B4-BE49-F238E27FC236}">
                <a16:creationId xmlns:a16="http://schemas.microsoft.com/office/drawing/2014/main" id="{BEE6CE0D-8B9A-0F5C-0B6F-986A74134E18}"/>
              </a:ext>
            </a:extLst>
          </p:cNvPr>
          <p:cNvSpPr>
            <a:spLocks noGrp="1"/>
          </p:cNvSpPr>
          <p:nvPr>
            <p:ph idx="1"/>
          </p:nvPr>
        </p:nvSpPr>
        <p:spPr>
          <a:xfrm>
            <a:off x="648931" y="2758440"/>
            <a:ext cx="4166509" cy="3785419"/>
          </a:xfrm>
        </p:spPr>
        <p:txBody>
          <a:bodyPr>
            <a:normAutofit/>
          </a:bodyPr>
          <a:lstStyle/>
          <a:p>
            <a:r>
              <a:rPr lang="en-CA">
                <a:solidFill>
                  <a:srgbClr val="EBEBEB"/>
                </a:solidFill>
              </a:rPr>
              <a:t>Azure Logic Apps</a:t>
            </a:r>
          </a:p>
          <a:p>
            <a:r>
              <a:rPr lang="en-CA">
                <a:solidFill>
                  <a:srgbClr val="EBEBEB"/>
                </a:solidFill>
              </a:rPr>
              <a:t>Azure Blob Storage</a:t>
            </a:r>
          </a:p>
          <a:p>
            <a:r>
              <a:rPr lang="en-CA">
                <a:solidFill>
                  <a:srgbClr val="EBEBEB"/>
                </a:solidFill>
              </a:rPr>
              <a:t>Azure Route Events</a:t>
            </a:r>
          </a:p>
          <a:p>
            <a:r>
              <a:rPr lang="en-CA">
                <a:solidFill>
                  <a:srgbClr val="EBEBEB"/>
                </a:solidFill>
              </a:rPr>
              <a:t>Azure Functions</a:t>
            </a:r>
          </a:p>
          <a:p>
            <a:r>
              <a:rPr lang="en-CA">
                <a:solidFill>
                  <a:srgbClr val="EBEBEB"/>
                </a:solidFill>
              </a:rPr>
              <a:t>Azure File Sync</a:t>
            </a:r>
          </a:p>
        </p:txBody>
      </p:sp>
    </p:spTree>
    <p:extLst>
      <p:ext uri="{BB962C8B-B14F-4D97-AF65-F5344CB8AC3E}">
        <p14:creationId xmlns:p14="http://schemas.microsoft.com/office/powerpoint/2010/main" val="3535102248"/>
      </p:ext>
    </p:ext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D10533-A634-BCF7-7EA3-42B65B504A5F}"/>
              </a:ext>
            </a:extLst>
          </p:cNvPr>
          <p:cNvSpPr>
            <a:spLocks noGrp="1"/>
          </p:cNvSpPr>
          <p:nvPr>
            <p:ph type="title"/>
          </p:nvPr>
        </p:nvSpPr>
        <p:spPr/>
        <p:txBody>
          <a:bodyPr/>
          <a:lstStyle/>
          <a:p>
            <a:r>
              <a:rPr lang="en-CA"/>
              <a:t>Why different workloads require different hosting choices</a:t>
            </a:r>
          </a:p>
        </p:txBody>
      </p:sp>
      <p:sp>
        <p:nvSpPr>
          <p:cNvPr id="3" name="Content Placeholder 2">
            <a:extLst>
              <a:ext uri="{FF2B5EF4-FFF2-40B4-BE49-F238E27FC236}">
                <a16:creationId xmlns:a16="http://schemas.microsoft.com/office/drawing/2014/main" id="{57A03B8F-3DA9-217F-85B5-491D3ECD84A5}"/>
              </a:ext>
            </a:extLst>
          </p:cNvPr>
          <p:cNvSpPr>
            <a:spLocks noGrp="1"/>
          </p:cNvSpPr>
          <p:nvPr>
            <p:ph idx="1"/>
          </p:nvPr>
        </p:nvSpPr>
        <p:spPr/>
        <p:txBody>
          <a:bodyPr vert="horz" lIns="91440" tIns="45720" rIns="91440" bIns="45720" rtlCol="0" anchor="t">
            <a:normAutofit/>
          </a:bodyPr>
          <a:lstStyle/>
          <a:p>
            <a:r>
              <a:rPr lang="en-CA"/>
              <a:t>Generic Event Driven Messages</a:t>
            </a:r>
          </a:p>
          <a:p>
            <a:pPr>
              <a:buClr>
                <a:srgbClr val="8AD0D6"/>
              </a:buClr>
            </a:pPr>
            <a:r>
              <a:rPr lang="en-CA"/>
              <a:t>Improvement: Azure Functions</a:t>
            </a:r>
          </a:p>
          <a:p>
            <a:pPr>
              <a:buClr>
                <a:srgbClr val="8AD0D6"/>
              </a:buClr>
            </a:pPr>
            <a:r>
              <a:rPr lang="en-CA"/>
              <a:t>Five Common Sense Domains</a:t>
            </a:r>
          </a:p>
        </p:txBody>
      </p:sp>
      <p:pic>
        <p:nvPicPr>
          <p:cNvPr id="8" name="Picture 7" descr="Server,cloud,design,plane,icon - free image from needpix.com">
            <a:extLst>
              <a:ext uri="{FF2B5EF4-FFF2-40B4-BE49-F238E27FC236}">
                <a16:creationId xmlns:a16="http://schemas.microsoft.com/office/drawing/2014/main" id="{42766FCC-F3F8-62DA-D271-4AB9BD59B36B}"/>
              </a:ext>
            </a:extLst>
          </p:cNvPr>
          <p:cNvPicPr>
            <a:picLocks noChangeAspect="1"/>
          </p:cNvPicPr>
          <p:nvPr/>
        </p:nvPicPr>
        <p:blipFill>
          <a:blip r:embed="rId2"/>
          <a:stretch>
            <a:fillRect/>
          </a:stretch>
        </p:blipFill>
        <p:spPr>
          <a:xfrm>
            <a:off x="6936896" y="2055783"/>
            <a:ext cx="3939756" cy="3982888"/>
          </a:xfrm>
          <a:prstGeom prst="rect">
            <a:avLst/>
          </a:prstGeom>
        </p:spPr>
      </p:pic>
    </p:spTree>
    <p:extLst>
      <p:ext uri="{BB962C8B-B14F-4D97-AF65-F5344CB8AC3E}">
        <p14:creationId xmlns:p14="http://schemas.microsoft.com/office/powerpoint/2010/main" val="40562111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85306-8058-68F8-670A-5744BC1B8492}"/>
              </a:ext>
            </a:extLst>
          </p:cNvPr>
          <p:cNvSpPr>
            <a:spLocks noGrp="1"/>
          </p:cNvSpPr>
          <p:nvPr>
            <p:ph type="title"/>
          </p:nvPr>
        </p:nvSpPr>
        <p:spPr/>
        <p:txBody>
          <a:bodyPr/>
          <a:lstStyle/>
          <a:p>
            <a:r>
              <a:rPr lang="en-CA"/>
              <a:t>The trade-offs between usage base costs and response time</a:t>
            </a:r>
          </a:p>
        </p:txBody>
      </p:sp>
      <p:sp>
        <p:nvSpPr>
          <p:cNvPr id="3" name="Content Placeholder 2">
            <a:extLst>
              <a:ext uri="{FF2B5EF4-FFF2-40B4-BE49-F238E27FC236}">
                <a16:creationId xmlns:a16="http://schemas.microsoft.com/office/drawing/2014/main" id="{DB6F84E8-F660-EAFE-DC47-DF067DB8C19C}"/>
              </a:ext>
            </a:extLst>
          </p:cNvPr>
          <p:cNvSpPr>
            <a:spLocks noGrp="1"/>
          </p:cNvSpPr>
          <p:nvPr>
            <p:ph idx="1"/>
          </p:nvPr>
        </p:nvSpPr>
        <p:spPr/>
        <p:txBody>
          <a:bodyPr vert="horz" lIns="91440" tIns="45720" rIns="91440" bIns="45720" rtlCol="0" anchor="t">
            <a:normAutofit/>
          </a:bodyPr>
          <a:lstStyle/>
          <a:p>
            <a:r>
              <a:rPr lang="en-CA"/>
              <a:t>Premium and Consumption Plans</a:t>
            </a:r>
            <a:endParaRPr lang="en-US"/>
          </a:p>
          <a:p>
            <a:pPr>
              <a:buClr>
                <a:srgbClr val="8AD0D6"/>
              </a:buClr>
            </a:pPr>
            <a:r>
              <a:rPr lang="en-CA"/>
              <a:t>Azure File Sync and Event Grid</a:t>
            </a:r>
          </a:p>
          <a:p>
            <a:pPr>
              <a:buClr>
                <a:srgbClr val="8AD0D6"/>
              </a:buClr>
            </a:pPr>
            <a:r>
              <a:rPr lang="en-CA"/>
              <a:t>Massive Order Volumes</a:t>
            </a:r>
          </a:p>
          <a:p>
            <a:pPr>
              <a:buClr>
                <a:srgbClr val="8AD0D6"/>
              </a:buClr>
            </a:pPr>
            <a:endParaRPr lang="en-CA"/>
          </a:p>
        </p:txBody>
      </p:sp>
      <p:pic>
        <p:nvPicPr>
          <p:cNvPr id="4" name="Picture 3" descr="A long shadow of a cloud with a dollar sign&#10;&#10;AI-generated content may be incorrect.">
            <a:extLst>
              <a:ext uri="{FF2B5EF4-FFF2-40B4-BE49-F238E27FC236}">
                <a16:creationId xmlns:a16="http://schemas.microsoft.com/office/drawing/2014/main" id="{A17906E7-B859-1794-A80A-EB3E9402BC15}"/>
              </a:ext>
            </a:extLst>
          </p:cNvPr>
          <p:cNvPicPr>
            <a:picLocks noChangeAspect="1"/>
          </p:cNvPicPr>
          <p:nvPr/>
        </p:nvPicPr>
        <p:blipFill>
          <a:blip r:embed="rId2"/>
          <a:stretch>
            <a:fillRect/>
          </a:stretch>
        </p:blipFill>
        <p:spPr>
          <a:xfrm>
            <a:off x="6764547" y="2055962"/>
            <a:ext cx="4313207" cy="4198188"/>
          </a:xfrm>
          <a:prstGeom prst="rect">
            <a:avLst/>
          </a:prstGeom>
        </p:spPr>
      </p:pic>
    </p:spTree>
    <p:extLst>
      <p:ext uri="{BB962C8B-B14F-4D97-AF65-F5344CB8AC3E}">
        <p14:creationId xmlns:p14="http://schemas.microsoft.com/office/powerpoint/2010/main" val="19986110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47F55EF-AF88-E724-8B1F-AAB220C6D042}"/>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F747F1B4-B831-4277-8AB0-32767F7EB7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4" name="Freeform 7">
            <a:extLst>
              <a:ext uri="{FF2B5EF4-FFF2-40B4-BE49-F238E27FC236}">
                <a16:creationId xmlns:a16="http://schemas.microsoft.com/office/drawing/2014/main" id="{D80CFA21-AB7C-4BEB-9BFF-05764FBBF3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8CA51C51-0A6A-0916-4021-08868A6FE926}"/>
              </a:ext>
            </a:extLst>
          </p:cNvPr>
          <p:cNvSpPr>
            <a:spLocks noGrp="1"/>
          </p:cNvSpPr>
          <p:nvPr>
            <p:ph type="title"/>
          </p:nvPr>
        </p:nvSpPr>
        <p:spPr>
          <a:xfrm>
            <a:off x="648930" y="629267"/>
            <a:ext cx="9252154" cy="1016654"/>
          </a:xfrm>
        </p:spPr>
        <p:txBody>
          <a:bodyPr>
            <a:normAutofit/>
          </a:bodyPr>
          <a:lstStyle/>
          <a:p>
            <a:pPr>
              <a:lnSpc>
                <a:spcPct val="90000"/>
              </a:lnSpc>
            </a:pPr>
            <a:r>
              <a:rPr lang="en-US" sz="3300">
                <a:solidFill>
                  <a:srgbClr val="EBEBEB"/>
                </a:solidFill>
                <a:ea typeface="宋体"/>
              </a:rPr>
              <a:t>Scalability and Monitoring</a:t>
            </a:r>
          </a:p>
        </p:txBody>
      </p:sp>
      <p:sp>
        <p:nvSpPr>
          <p:cNvPr id="26" name="Rectangle 25">
            <a:extLst>
              <a:ext uri="{FF2B5EF4-FFF2-40B4-BE49-F238E27FC236}">
                <a16:creationId xmlns:a16="http://schemas.microsoft.com/office/drawing/2014/main" id="{12F7E335-851A-4CAE-B09F-E657819D46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8" name="Freeform: Shape 27">
            <a:extLst>
              <a:ext uri="{FF2B5EF4-FFF2-40B4-BE49-F238E27FC236}">
                <a16:creationId xmlns:a16="http://schemas.microsoft.com/office/drawing/2014/main" id="{10B541F0-7F6E-402E-84D8-CF96EACA5F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8" cy="5095933"/>
          </a:xfrm>
          <a:custGeom>
            <a:avLst/>
            <a:gdLst>
              <a:gd name="connsiteX0" fmla="*/ 1 w 12192418"/>
              <a:gd name="connsiteY0" fmla="*/ 0 h 5095933"/>
              <a:gd name="connsiteX1" fmla="*/ 71932 w 12192418"/>
              <a:gd name="connsiteY1" fmla="*/ 12261 h 5095933"/>
              <a:gd name="connsiteX2" fmla="*/ 282849 w 12192418"/>
              <a:gd name="connsiteY2" fmla="*/ 48343 h 5095933"/>
              <a:gd name="connsiteX3" fmla="*/ 436464 w 12192418"/>
              <a:gd name="connsiteY3" fmla="*/ 73565 h 5095933"/>
              <a:gd name="connsiteX4" fmla="*/ 619339 w 12192418"/>
              <a:gd name="connsiteY4" fmla="*/ 100188 h 5095933"/>
              <a:gd name="connsiteX5" fmla="*/ 836351 w 12192418"/>
              <a:gd name="connsiteY5" fmla="*/ 132066 h 5095933"/>
              <a:gd name="connsiteX6" fmla="*/ 1076528 w 12192418"/>
              <a:gd name="connsiteY6" fmla="*/ 165696 h 5095933"/>
              <a:gd name="connsiteX7" fmla="*/ 1347184 w 12192418"/>
              <a:gd name="connsiteY7" fmla="*/ 201077 h 5095933"/>
              <a:gd name="connsiteX8" fmla="*/ 1642223 w 12192418"/>
              <a:gd name="connsiteY8" fmla="*/ 238560 h 5095933"/>
              <a:gd name="connsiteX9" fmla="*/ 1962864 w 12192418"/>
              <a:gd name="connsiteY9" fmla="*/ 276043 h 5095933"/>
              <a:gd name="connsiteX10" fmla="*/ 2304232 w 12192418"/>
              <a:gd name="connsiteY10" fmla="*/ 314227 h 5095933"/>
              <a:gd name="connsiteX11" fmla="*/ 2672421 w 12192418"/>
              <a:gd name="connsiteY11" fmla="*/ 349608 h 5095933"/>
              <a:gd name="connsiteX12" fmla="*/ 3057678 w 12192418"/>
              <a:gd name="connsiteY12" fmla="*/ 383588 h 5095933"/>
              <a:gd name="connsiteX13" fmla="*/ 3464881 w 12192418"/>
              <a:gd name="connsiteY13" fmla="*/ 414415 h 5095933"/>
              <a:gd name="connsiteX14" fmla="*/ 3889152 w 12192418"/>
              <a:gd name="connsiteY14" fmla="*/ 443841 h 5095933"/>
              <a:gd name="connsiteX15" fmla="*/ 4331710 w 12192418"/>
              <a:gd name="connsiteY15" fmla="*/ 471515 h 5095933"/>
              <a:gd name="connsiteX16" fmla="*/ 4558476 w 12192418"/>
              <a:gd name="connsiteY16" fmla="*/ 481324 h 5095933"/>
              <a:gd name="connsiteX17" fmla="*/ 4790118 w 12192418"/>
              <a:gd name="connsiteY17" fmla="*/ 492183 h 5095933"/>
              <a:gd name="connsiteX18" fmla="*/ 5025418 w 12192418"/>
              <a:gd name="connsiteY18" fmla="*/ 502342 h 5095933"/>
              <a:gd name="connsiteX19" fmla="*/ 5261937 w 12192418"/>
              <a:gd name="connsiteY19" fmla="*/ 508998 h 5095933"/>
              <a:gd name="connsiteX20" fmla="*/ 5503332 w 12192418"/>
              <a:gd name="connsiteY20" fmla="*/ 514953 h 5095933"/>
              <a:gd name="connsiteX21" fmla="*/ 5747167 w 12192418"/>
              <a:gd name="connsiteY21" fmla="*/ 521259 h 5095933"/>
              <a:gd name="connsiteX22" fmla="*/ 5995877 w 12192418"/>
              <a:gd name="connsiteY22" fmla="*/ 525463 h 5095933"/>
              <a:gd name="connsiteX23" fmla="*/ 6247026 w 12192418"/>
              <a:gd name="connsiteY23" fmla="*/ 525463 h 5095933"/>
              <a:gd name="connsiteX24" fmla="*/ 6500613 w 12192418"/>
              <a:gd name="connsiteY24" fmla="*/ 527565 h 5095933"/>
              <a:gd name="connsiteX25" fmla="*/ 6756639 w 12192418"/>
              <a:gd name="connsiteY25" fmla="*/ 525463 h 5095933"/>
              <a:gd name="connsiteX26" fmla="*/ 7016322 w 12192418"/>
              <a:gd name="connsiteY26" fmla="*/ 521259 h 5095933"/>
              <a:gd name="connsiteX27" fmla="*/ 7276005 w 12192418"/>
              <a:gd name="connsiteY27" fmla="*/ 517406 h 5095933"/>
              <a:gd name="connsiteX28" fmla="*/ 7539345 w 12192418"/>
              <a:gd name="connsiteY28" fmla="*/ 508998 h 5095933"/>
              <a:gd name="connsiteX29" fmla="*/ 7805124 w 12192418"/>
              <a:gd name="connsiteY29" fmla="*/ 500241 h 5095933"/>
              <a:gd name="connsiteX30" fmla="*/ 8070903 w 12192418"/>
              <a:gd name="connsiteY30" fmla="*/ 490082 h 5095933"/>
              <a:gd name="connsiteX31" fmla="*/ 8339121 w 12192418"/>
              <a:gd name="connsiteY31" fmla="*/ 475719 h 5095933"/>
              <a:gd name="connsiteX32" fmla="*/ 8609776 w 12192418"/>
              <a:gd name="connsiteY32" fmla="*/ 458554 h 5095933"/>
              <a:gd name="connsiteX33" fmla="*/ 8881651 w 12192418"/>
              <a:gd name="connsiteY33" fmla="*/ 442089 h 5095933"/>
              <a:gd name="connsiteX34" fmla="*/ 9153526 w 12192418"/>
              <a:gd name="connsiteY34" fmla="*/ 421071 h 5095933"/>
              <a:gd name="connsiteX35" fmla="*/ 9429058 w 12192418"/>
              <a:gd name="connsiteY35" fmla="*/ 395849 h 5095933"/>
              <a:gd name="connsiteX36" fmla="*/ 9700933 w 12192418"/>
              <a:gd name="connsiteY36" fmla="*/ 370626 h 5095933"/>
              <a:gd name="connsiteX37" fmla="*/ 9977684 w 12192418"/>
              <a:gd name="connsiteY37" fmla="*/ 341551 h 5095933"/>
              <a:gd name="connsiteX38" fmla="*/ 10255655 w 12192418"/>
              <a:gd name="connsiteY38" fmla="*/ 309673 h 5095933"/>
              <a:gd name="connsiteX39" fmla="*/ 10529968 w 12192418"/>
              <a:gd name="connsiteY39" fmla="*/ 276043 h 5095933"/>
              <a:gd name="connsiteX40" fmla="*/ 10807939 w 12192418"/>
              <a:gd name="connsiteY40" fmla="*/ 236809 h 5095933"/>
              <a:gd name="connsiteX41" fmla="*/ 11084690 w 12192418"/>
              <a:gd name="connsiteY41" fmla="*/ 194772 h 5095933"/>
              <a:gd name="connsiteX42" fmla="*/ 11362661 w 12192418"/>
              <a:gd name="connsiteY42" fmla="*/ 153085 h 5095933"/>
              <a:gd name="connsiteX43" fmla="*/ 11639412 w 12192418"/>
              <a:gd name="connsiteY43" fmla="*/ 104392 h 5095933"/>
              <a:gd name="connsiteX44" fmla="*/ 11914945 w 12192418"/>
              <a:gd name="connsiteY44" fmla="*/ 54648 h 5095933"/>
              <a:gd name="connsiteX45" fmla="*/ 12191696 w 12192418"/>
              <a:gd name="connsiteY45" fmla="*/ 2452 h 5095933"/>
              <a:gd name="connsiteX46" fmla="*/ 12191696 w 12192418"/>
              <a:gd name="connsiteY46" fmla="*/ 2109542 h 5095933"/>
              <a:gd name="connsiteX47" fmla="*/ 12191999 w 12192418"/>
              <a:gd name="connsiteY47" fmla="*/ 2109542 h 5095933"/>
              <a:gd name="connsiteX48" fmla="*/ 12191999 w 12192418"/>
              <a:gd name="connsiteY48" fmla="*/ 2802467 h 5095933"/>
              <a:gd name="connsiteX49" fmla="*/ 12192418 w 12192418"/>
              <a:gd name="connsiteY49" fmla="*/ 2802467 h 5095933"/>
              <a:gd name="connsiteX50" fmla="*/ 12192418 w 12192418"/>
              <a:gd name="connsiteY50" fmla="*/ 5095933 h 5095933"/>
              <a:gd name="connsiteX51" fmla="*/ 1 w 12192418"/>
              <a:gd name="connsiteY51" fmla="*/ 5095933 h 5095933"/>
              <a:gd name="connsiteX52" fmla="*/ 1 w 12192418"/>
              <a:gd name="connsiteY52" fmla="*/ 4074529 h 5095933"/>
              <a:gd name="connsiteX53" fmla="*/ 0 w 12192418"/>
              <a:gd name="connsiteY53" fmla="*/ 4074529 h 5095933"/>
              <a:gd name="connsiteX54" fmla="*/ 0 w 12192418"/>
              <a:gd name="connsiteY54" fmla="*/ 2109542 h 5095933"/>
              <a:gd name="connsiteX55" fmla="*/ 1 w 12192418"/>
              <a:gd name="connsiteY55" fmla="*/ 2109542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2192418" h="5095933">
                <a:moveTo>
                  <a:pt x="1" y="0"/>
                </a:moveTo>
                <a:lnTo>
                  <a:pt x="71932" y="12261"/>
                </a:lnTo>
                <a:lnTo>
                  <a:pt x="282849" y="48343"/>
                </a:lnTo>
                <a:lnTo>
                  <a:pt x="436464" y="73565"/>
                </a:lnTo>
                <a:lnTo>
                  <a:pt x="619339" y="100188"/>
                </a:lnTo>
                <a:lnTo>
                  <a:pt x="836351" y="132066"/>
                </a:lnTo>
                <a:lnTo>
                  <a:pt x="1076528" y="165696"/>
                </a:lnTo>
                <a:lnTo>
                  <a:pt x="1347184" y="201077"/>
                </a:lnTo>
                <a:lnTo>
                  <a:pt x="1642223" y="238560"/>
                </a:lnTo>
                <a:lnTo>
                  <a:pt x="1962864" y="276043"/>
                </a:lnTo>
                <a:lnTo>
                  <a:pt x="2304232" y="314227"/>
                </a:lnTo>
                <a:lnTo>
                  <a:pt x="2672421" y="349608"/>
                </a:lnTo>
                <a:lnTo>
                  <a:pt x="3057678" y="383588"/>
                </a:lnTo>
                <a:lnTo>
                  <a:pt x="3464881" y="414415"/>
                </a:lnTo>
                <a:lnTo>
                  <a:pt x="3889152" y="443841"/>
                </a:lnTo>
                <a:lnTo>
                  <a:pt x="4331710" y="471515"/>
                </a:lnTo>
                <a:lnTo>
                  <a:pt x="4558476" y="481324"/>
                </a:lnTo>
                <a:lnTo>
                  <a:pt x="4790118" y="492183"/>
                </a:lnTo>
                <a:lnTo>
                  <a:pt x="5025418" y="502342"/>
                </a:lnTo>
                <a:lnTo>
                  <a:pt x="5261937" y="508998"/>
                </a:lnTo>
                <a:lnTo>
                  <a:pt x="5503332" y="514953"/>
                </a:lnTo>
                <a:lnTo>
                  <a:pt x="5747167" y="521259"/>
                </a:lnTo>
                <a:lnTo>
                  <a:pt x="5995877" y="525463"/>
                </a:lnTo>
                <a:lnTo>
                  <a:pt x="6247026" y="525463"/>
                </a:lnTo>
                <a:lnTo>
                  <a:pt x="6500613" y="527565"/>
                </a:lnTo>
                <a:lnTo>
                  <a:pt x="6756639" y="525463"/>
                </a:lnTo>
                <a:lnTo>
                  <a:pt x="7016322" y="521259"/>
                </a:lnTo>
                <a:lnTo>
                  <a:pt x="7276005" y="517406"/>
                </a:lnTo>
                <a:lnTo>
                  <a:pt x="7539345" y="508998"/>
                </a:lnTo>
                <a:lnTo>
                  <a:pt x="7805124" y="500241"/>
                </a:lnTo>
                <a:lnTo>
                  <a:pt x="8070903" y="490082"/>
                </a:lnTo>
                <a:lnTo>
                  <a:pt x="8339121" y="475719"/>
                </a:lnTo>
                <a:lnTo>
                  <a:pt x="8609776" y="458554"/>
                </a:lnTo>
                <a:lnTo>
                  <a:pt x="8881651" y="442089"/>
                </a:lnTo>
                <a:lnTo>
                  <a:pt x="9153526" y="421071"/>
                </a:lnTo>
                <a:lnTo>
                  <a:pt x="9429058" y="395849"/>
                </a:lnTo>
                <a:lnTo>
                  <a:pt x="9700933" y="370626"/>
                </a:lnTo>
                <a:lnTo>
                  <a:pt x="9977684" y="341551"/>
                </a:lnTo>
                <a:lnTo>
                  <a:pt x="10255655" y="309673"/>
                </a:lnTo>
                <a:lnTo>
                  <a:pt x="10529968" y="276043"/>
                </a:lnTo>
                <a:lnTo>
                  <a:pt x="10807939" y="236809"/>
                </a:lnTo>
                <a:lnTo>
                  <a:pt x="11084690" y="194772"/>
                </a:lnTo>
                <a:lnTo>
                  <a:pt x="11362661" y="153085"/>
                </a:lnTo>
                <a:lnTo>
                  <a:pt x="11639412" y="104392"/>
                </a:lnTo>
                <a:lnTo>
                  <a:pt x="11914945" y="54648"/>
                </a:lnTo>
                <a:lnTo>
                  <a:pt x="12191696" y="2452"/>
                </a:lnTo>
                <a:lnTo>
                  <a:pt x="12191696" y="2109542"/>
                </a:lnTo>
                <a:lnTo>
                  <a:pt x="12191999" y="2109542"/>
                </a:lnTo>
                <a:lnTo>
                  <a:pt x="12191999" y="2802467"/>
                </a:lnTo>
                <a:lnTo>
                  <a:pt x="12192418" y="2802467"/>
                </a:lnTo>
                <a:lnTo>
                  <a:pt x="12192418" y="5095933"/>
                </a:lnTo>
                <a:lnTo>
                  <a:pt x="1" y="5095933"/>
                </a:lnTo>
                <a:lnTo>
                  <a:pt x="1" y="4074529"/>
                </a:lnTo>
                <a:lnTo>
                  <a:pt x="0" y="4074529"/>
                </a:lnTo>
                <a:lnTo>
                  <a:pt x="0" y="2109542"/>
                </a:lnTo>
                <a:lnTo>
                  <a:pt x="1" y="2109542"/>
                </a:lnTo>
                <a:close/>
              </a:path>
            </a:pathLst>
          </a:custGeom>
          <a:solidFill>
            <a:schemeClr val="bg1"/>
          </a:solidFill>
          <a:ln>
            <a:noFill/>
          </a:ln>
        </p:spPr>
      </p:sp>
      <p:pic>
        <p:nvPicPr>
          <p:cNvPr id="21" name="Picture 20">
            <a:extLst>
              <a:ext uri="{FF2B5EF4-FFF2-40B4-BE49-F238E27FC236}">
                <a16:creationId xmlns:a16="http://schemas.microsoft.com/office/drawing/2014/main" id="{E6FC034F-DDC1-DF96-A395-ACE59EA3E744}"/>
              </a:ext>
            </a:extLst>
          </p:cNvPr>
          <p:cNvPicPr>
            <a:picLocks noChangeAspect="1"/>
          </p:cNvPicPr>
          <p:nvPr/>
        </p:nvPicPr>
        <p:blipFill>
          <a:blip r:embed="rId3"/>
          <a:stretch>
            <a:fillRect/>
          </a:stretch>
        </p:blipFill>
        <p:spPr>
          <a:xfrm>
            <a:off x="1823720" y="2329815"/>
            <a:ext cx="8539480" cy="4230370"/>
          </a:xfrm>
          <a:prstGeom prst="rect">
            <a:avLst/>
          </a:prstGeom>
        </p:spPr>
      </p:pic>
    </p:spTree>
    <p:extLst>
      <p:ext uri="{BB962C8B-B14F-4D97-AF65-F5344CB8AC3E}">
        <p14:creationId xmlns:p14="http://schemas.microsoft.com/office/powerpoint/2010/main" val="2684149090"/>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444FB-1D07-C1DA-3D96-C9ED4457BE50}"/>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2620403A-175F-EDCF-E17B-05CC74ADAC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4" name="Freeform 7">
            <a:extLst>
              <a:ext uri="{FF2B5EF4-FFF2-40B4-BE49-F238E27FC236}">
                <a16:creationId xmlns:a16="http://schemas.microsoft.com/office/drawing/2014/main" id="{087649F3-F629-ECC4-623F-2AE44CB0B4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1BF1CB76-F181-FC5D-790D-E33CCF98631D}"/>
              </a:ext>
            </a:extLst>
          </p:cNvPr>
          <p:cNvSpPr>
            <a:spLocks noGrp="1"/>
          </p:cNvSpPr>
          <p:nvPr>
            <p:ph type="title"/>
          </p:nvPr>
        </p:nvSpPr>
        <p:spPr>
          <a:xfrm>
            <a:off x="648930" y="629267"/>
            <a:ext cx="9252154" cy="1016654"/>
          </a:xfrm>
        </p:spPr>
        <p:txBody>
          <a:bodyPr>
            <a:normAutofit/>
          </a:bodyPr>
          <a:lstStyle/>
          <a:p>
            <a:pPr>
              <a:lnSpc>
                <a:spcPct val="90000"/>
              </a:lnSpc>
            </a:pPr>
            <a:r>
              <a:rPr lang="en-US" sz="3300">
                <a:solidFill>
                  <a:srgbClr val="EBEBEB"/>
                </a:solidFill>
                <a:ea typeface="宋体"/>
              </a:rPr>
              <a:t>Challenges and Lessons </a:t>
            </a:r>
            <a:endParaRPr lang="en-US"/>
          </a:p>
        </p:txBody>
      </p:sp>
      <p:sp>
        <p:nvSpPr>
          <p:cNvPr id="26" name="Rectangle 25">
            <a:extLst>
              <a:ext uri="{FF2B5EF4-FFF2-40B4-BE49-F238E27FC236}">
                <a16:creationId xmlns:a16="http://schemas.microsoft.com/office/drawing/2014/main" id="{B788E6EC-D352-9F09-CE3D-18B65D3B55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8" name="Freeform: Shape 27">
            <a:extLst>
              <a:ext uri="{FF2B5EF4-FFF2-40B4-BE49-F238E27FC236}">
                <a16:creationId xmlns:a16="http://schemas.microsoft.com/office/drawing/2014/main" id="{0F36CCF1-8261-C98E-5565-74A165D9E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8" cy="5095933"/>
          </a:xfrm>
          <a:custGeom>
            <a:avLst/>
            <a:gdLst>
              <a:gd name="connsiteX0" fmla="*/ 1 w 12192418"/>
              <a:gd name="connsiteY0" fmla="*/ 0 h 5095933"/>
              <a:gd name="connsiteX1" fmla="*/ 71932 w 12192418"/>
              <a:gd name="connsiteY1" fmla="*/ 12261 h 5095933"/>
              <a:gd name="connsiteX2" fmla="*/ 282849 w 12192418"/>
              <a:gd name="connsiteY2" fmla="*/ 48343 h 5095933"/>
              <a:gd name="connsiteX3" fmla="*/ 436464 w 12192418"/>
              <a:gd name="connsiteY3" fmla="*/ 73565 h 5095933"/>
              <a:gd name="connsiteX4" fmla="*/ 619339 w 12192418"/>
              <a:gd name="connsiteY4" fmla="*/ 100188 h 5095933"/>
              <a:gd name="connsiteX5" fmla="*/ 836351 w 12192418"/>
              <a:gd name="connsiteY5" fmla="*/ 132066 h 5095933"/>
              <a:gd name="connsiteX6" fmla="*/ 1076528 w 12192418"/>
              <a:gd name="connsiteY6" fmla="*/ 165696 h 5095933"/>
              <a:gd name="connsiteX7" fmla="*/ 1347184 w 12192418"/>
              <a:gd name="connsiteY7" fmla="*/ 201077 h 5095933"/>
              <a:gd name="connsiteX8" fmla="*/ 1642223 w 12192418"/>
              <a:gd name="connsiteY8" fmla="*/ 238560 h 5095933"/>
              <a:gd name="connsiteX9" fmla="*/ 1962864 w 12192418"/>
              <a:gd name="connsiteY9" fmla="*/ 276043 h 5095933"/>
              <a:gd name="connsiteX10" fmla="*/ 2304232 w 12192418"/>
              <a:gd name="connsiteY10" fmla="*/ 314227 h 5095933"/>
              <a:gd name="connsiteX11" fmla="*/ 2672421 w 12192418"/>
              <a:gd name="connsiteY11" fmla="*/ 349608 h 5095933"/>
              <a:gd name="connsiteX12" fmla="*/ 3057678 w 12192418"/>
              <a:gd name="connsiteY12" fmla="*/ 383588 h 5095933"/>
              <a:gd name="connsiteX13" fmla="*/ 3464881 w 12192418"/>
              <a:gd name="connsiteY13" fmla="*/ 414415 h 5095933"/>
              <a:gd name="connsiteX14" fmla="*/ 3889152 w 12192418"/>
              <a:gd name="connsiteY14" fmla="*/ 443841 h 5095933"/>
              <a:gd name="connsiteX15" fmla="*/ 4331710 w 12192418"/>
              <a:gd name="connsiteY15" fmla="*/ 471515 h 5095933"/>
              <a:gd name="connsiteX16" fmla="*/ 4558476 w 12192418"/>
              <a:gd name="connsiteY16" fmla="*/ 481324 h 5095933"/>
              <a:gd name="connsiteX17" fmla="*/ 4790118 w 12192418"/>
              <a:gd name="connsiteY17" fmla="*/ 492183 h 5095933"/>
              <a:gd name="connsiteX18" fmla="*/ 5025418 w 12192418"/>
              <a:gd name="connsiteY18" fmla="*/ 502342 h 5095933"/>
              <a:gd name="connsiteX19" fmla="*/ 5261937 w 12192418"/>
              <a:gd name="connsiteY19" fmla="*/ 508998 h 5095933"/>
              <a:gd name="connsiteX20" fmla="*/ 5503332 w 12192418"/>
              <a:gd name="connsiteY20" fmla="*/ 514953 h 5095933"/>
              <a:gd name="connsiteX21" fmla="*/ 5747167 w 12192418"/>
              <a:gd name="connsiteY21" fmla="*/ 521259 h 5095933"/>
              <a:gd name="connsiteX22" fmla="*/ 5995877 w 12192418"/>
              <a:gd name="connsiteY22" fmla="*/ 525463 h 5095933"/>
              <a:gd name="connsiteX23" fmla="*/ 6247026 w 12192418"/>
              <a:gd name="connsiteY23" fmla="*/ 525463 h 5095933"/>
              <a:gd name="connsiteX24" fmla="*/ 6500613 w 12192418"/>
              <a:gd name="connsiteY24" fmla="*/ 527565 h 5095933"/>
              <a:gd name="connsiteX25" fmla="*/ 6756639 w 12192418"/>
              <a:gd name="connsiteY25" fmla="*/ 525463 h 5095933"/>
              <a:gd name="connsiteX26" fmla="*/ 7016322 w 12192418"/>
              <a:gd name="connsiteY26" fmla="*/ 521259 h 5095933"/>
              <a:gd name="connsiteX27" fmla="*/ 7276005 w 12192418"/>
              <a:gd name="connsiteY27" fmla="*/ 517406 h 5095933"/>
              <a:gd name="connsiteX28" fmla="*/ 7539345 w 12192418"/>
              <a:gd name="connsiteY28" fmla="*/ 508998 h 5095933"/>
              <a:gd name="connsiteX29" fmla="*/ 7805124 w 12192418"/>
              <a:gd name="connsiteY29" fmla="*/ 500241 h 5095933"/>
              <a:gd name="connsiteX30" fmla="*/ 8070903 w 12192418"/>
              <a:gd name="connsiteY30" fmla="*/ 490082 h 5095933"/>
              <a:gd name="connsiteX31" fmla="*/ 8339121 w 12192418"/>
              <a:gd name="connsiteY31" fmla="*/ 475719 h 5095933"/>
              <a:gd name="connsiteX32" fmla="*/ 8609776 w 12192418"/>
              <a:gd name="connsiteY32" fmla="*/ 458554 h 5095933"/>
              <a:gd name="connsiteX33" fmla="*/ 8881651 w 12192418"/>
              <a:gd name="connsiteY33" fmla="*/ 442089 h 5095933"/>
              <a:gd name="connsiteX34" fmla="*/ 9153526 w 12192418"/>
              <a:gd name="connsiteY34" fmla="*/ 421071 h 5095933"/>
              <a:gd name="connsiteX35" fmla="*/ 9429058 w 12192418"/>
              <a:gd name="connsiteY35" fmla="*/ 395849 h 5095933"/>
              <a:gd name="connsiteX36" fmla="*/ 9700933 w 12192418"/>
              <a:gd name="connsiteY36" fmla="*/ 370626 h 5095933"/>
              <a:gd name="connsiteX37" fmla="*/ 9977684 w 12192418"/>
              <a:gd name="connsiteY37" fmla="*/ 341551 h 5095933"/>
              <a:gd name="connsiteX38" fmla="*/ 10255655 w 12192418"/>
              <a:gd name="connsiteY38" fmla="*/ 309673 h 5095933"/>
              <a:gd name="connsiteX39" fmla="*/ 10529968 w 12192418"/>
              <a:gd name="connsiteY39" fmla="*/ 276043 h 5095933"/>
              <a:gd name="connsiteX40" fmla="*/ 10807939 w 12192418"/>
              <a:gd name="connsiteY40" fmla="*/ 236809 h 5095933"/>
              <a:gd name="connsiteX41" fmla="*/ 11084690 w 12192418"/>
              <a:gd name="connsiteY41" fmla="*/ 194772 h 5095933"/>
              <a:gd name="connsiteX42" fmla="*/ 11362661 w 12192418"/>
              <a:gd name="connsiteY42" fmla="*/ 153085 h 5095933"/>
              <a:gd name="connsiteX43" fmla="*/ 11639412 w 12192418"/>
              <a:gd name="connsiteY43" fmla="*/ 104392 h 5095933"/>
              <a:gd name="connsiteX44" fmla="*/ 11914945 w 12192418"/>
              <a:gd name="connsiteY44" fmla="*/ 54648 h 5095933"/>
              <a:gd name="connsiteX45" fmla="*/ 12191696 w 12192418"/>
              <a:gd name="connsiteY45" fmla="*/ 2452 h 5095933"/>
              <a:gd name="connsiteX46" fmla="*/ 12191696 w 12192418"/>
              <a:gd name="connsiteY46" fmla="*/ 2109542 h 5095933"/>
              <a:gd name="connsiteX47" fmla="*/ 12191999 w 12192418"/>
              <a:gd name="connsiteY47" fmla="*/ 2109542 h 5095933"/>
              <a:gd name="connsiteX48" fmla="*/ 12191999 w 12192418"/>
              <a:gd name="connsiteY48" fmla="*/ 2802467 h 5095933"/>
              <a:gd name="connsiteX49" fmla="*/ 12192418 w 12192418"/>
              <a:gd name="connsiteY49" fmla="*/ 2802467 h 5095933"/>
              <a:gd name="connsiteX50" fmla="*/ 12192418 w 12192418"/>
              <a:gd name="connsiteY50" fmla="*/ 5095933 h 5095933"/>
              <a:gd name="connsiteX51" fmla="*/ 1 w 12192418"/>
              <a:gd name="connsiteY51" fmla="*/ 5095933 h 5095933"/>
              <a:gd name="connsiteX52" fmla="*/ 1 w 12192418"/>
              <a:gd name="connsiteY52" fmla="*/ 4074529 h 5095933"/>
              <a:gd name="connsiteX53" fmla="*/ 0 w 12192418"/>
              <a:gd name="connsiteY53" fmla="*/ 4074529 h 5095933"/>
              <a:gd name="connsiteX54" fmla="*/ 0 w 12192418"/>
              <a:gd name="connsiteY54" fmla="*/ 2109542 h 5095933"/>
              <a:gd name="connsiteX55" fmla="*/ 1 w 12192418"/>
              <a:gd name="connsiteY55" fmla="*/ 2109542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2192418" h="5095933">
                <a:moveTo>
                  <a:pt x="1" y="0"/>
                </a:moveTo>
                <a:lnTo>
                  <a:pt x="71932" y="12261"/>
                </a:lnTo>
                <a:lnTo>
                  <a:pt x="282849" y="48343"/>
                </a:lnTo>
                <a:lnTo>
                  <a:pt x="436464" y="73565"/>
                </a:lnTo>
                <a:lnTo>
                  <a:pt x="619339" y="100188"/>
                </a:lnTo>
                <a:lnTo>
                  <a:pt x="836351" y="132066"/>
                </a:lnTo>
                <a:lnTo>
                  <a:pt x="1076528" y="165696"/>
                </a:lnTo>
                <a:lnTo>
                  <a:pt x="1347184" y="201077"/>
                </a:lnTo>
                <a:lnTo>
                  <a:pt x="1642223" y="238560"/>
                </a:lnTo>
                <a:lnTo>
                  <a:pt x="1962864" y="276043"/>
                </a:lnTo>
                <a:lnTo>
                  <a:pt x="2304232" y="314227"/>
                </a:lnTo>
                <a:lnTo>
                  <a:pt x="2672421" y="349608"/>
                </a:lnTo>
                <a:lnTo>
                  <a:pt x="3057678" y="383588"/>
                </a:lnTo>
                <a:lnTo>
                  <a:pt x="3464881" y="414415"/>
                </a:lnTo>
                <a:lnTo>
                  <a:pt x="3889152" y="443841"/>
                </a:lnTo>
                <a:lnTo>
                  <a:pt x="4331710" y="471515"/>
                </a:lnTo>
                <a:lnTo>
                  <a:pt x="4558476" y="481324"/>
                </a:lnTo>
                <a:lnTo>
                  <a:pt x="4790118" y="492183"/>
                </a:lnTo>
                <a:lnTo>
                  <a:pt x="5025418" y="502342"/>
                </a:lnTo>
                <a:lnTo>
                  <a:pt x="5261937" y="508998"/>
                </a:lnTo>
                <a:lnTo>
                  <a:pt x="5503332" y="514953"/>
                </a:lnTo>
                <a:lnTo>
                  <a:pt x="5747167" y="521259"/>
                </a:lnTo>
                <a:lnTo>
                  <a:pt x="5995877" y="525463"/>
                </a:lnTo>
                <a:lnTo>
                  <a:pt x="6247026" y="525463"/>
                </a:lnTo>
                <a:lnTo>
                  <a:pt x="6500613" y="527565"/>
                </a:lnTo>
                <a:lnTo>
                  <a:pt x="6756639" y="525463"/>
                </a:lnTo>
                <a:lnTo>
                  <a:pt x="7016322" y="521259"/>
                </a:lnTo>
                <a:lnTo>
                  <a:pt x="7276005" y="517406"/>
                </a:lnTo>
                <a:lnTo>
                  <a:pt x="7539345" y="508998"/>
                </a:lnTo>
                <a:lnTo>
                  <a:pt x="7805124" y="500241"/>
                </a:lnTo>
                <a:lnTo>
                  <a:pt x="8070903" y="490082"/>
                </a:lnTo>
                <a:lnTo>
                  <a:pt x="8339121" y="475719"/>
                </a:lnTo>
                <a:lnTo>
                  <a:pt x="8609776" y="458554"/>
                </a:lnTo>
                <a:lnTo>
                  <a:pt x="8881651" y="442089"/>
                </a:lnTo>
                <a:lnTo>
                  <a:pt x="9153526" y="421071"/>
                </a:lnTo>
                <a:lnTo>
                  <a:pt x="9429058" y="395849"/>
                </a:lnTo>
                <a:lnTo>
                  <a:pt x="9700933" y="370626"/>
                </a:lnTo>
                <a:lnTo>
                  <a:pt x="9977684" y="341551"/>
                </a:lnTo>
                <a:lnTo>
                  <a:pt x="10255655" y="309673"/>
                </a:lnTo>
                <a:lnTo>
                  <a:pt x="10529968" y="276043"/>
                </a:lnTo>
                <a:lnTo>
                  <a:pt x="10807939" y="236809"/>
                </a:lnTo>
                <a:lnTo>
                  <a:pt x="11084690" y="194772"/>
                </a:lnTo>
                <a:lnTo>
                  <a:pt x="11362661" y="153085"/>
                </a:lnTo>
                <a:lnTo>
                  <a:pt x="11639412" y="104392"/>
                </a:lnTo>
                <a:lnTo>
                  <a:pt x="11914945" y="54648"/>
                </a:lnTo>
                <a:lnTo>
                  <a:pt x="12191696" y="2452"/>
                </a:lnTo>
                <a:lnTo>
                  <a:pt x="12191696" y="2109542"/>
                </a:lnTo>
                <a:lnTo>
                  <a:pt x="12191999" y="2109542"/>
                </a:lnTo>
                <a:lnTo>
                  <a:pt x="12191999" y="2802467"/>
                </a:lnTo>
                <a:lnTo>
                  <a:pt x="12192418" y="2802467"/>
                </a:lnTo>
                <a:lnTo>
                  <a:pt x="12192418" y="5095933"/>
                </a:lnTo>
                <a:lnTo>
                  <a:pt x="1" y="5095933"/>
                </a:lnTo>
                <a:lnTo>
                  <a:pt x="1" y="4074529"/>
                </a:lnTo>
                <a:lnTo>
                  <a:pt x="0" y="4074529"/>
                </a:lnTo>
                <a:lnTo>
                  <a:pt x="0" y="2109542"/>
                </a:lnTo>
                <a:lnTo>
                  <a:pt x="1" y="2109542"/>
                </a:lnTo>
                <a:close/>
              </a:path>
            </a:pathLst>
          </a:custGeom>
          <a:solidFill>
            <a:schemeClr val="bg1"/>
          </a:solidFill>
          <a:ln>
            <a:noFill/>
          </a:ln>
        </p:spPr>
      </p:sp>
      <p:pic>
        <p:nvPicPr>
          <p:cNvPr id="3" name="Picture 2">
            <a:extLst>
              <a:ext uri="{FF2B5EF4-FFF2-40B4-BE49-F238E27FC236}">
                <a16:creationId xmlns:a16="http://schemas.microsoft.com/office/drawing/2014/main" id="{8C13B14F-36B1-1090-4314-7878435DE96A}"/>
              </a:ext>
            </a:extLst>
          </p:cNvPr>
          <p:cNvPicPr>
            <a:picLocks noChangeAspect="1"/>
          </p:cNvPicPr>
          <p:nvPr/>
        </p:nvPicPr>
        <p:blipFill>
          <a:blip r:embed="rId3"/>
          <a:stretch>
            <a:fillRect/>
          </a:stretch>
        </p:blipFill>
        <p:spPr>
          <a:xfrm>
            <a:off x="553720" y="2389092"/>
            <a:ext cx="11084560" cy="3842575"/>
          </a:xfrm>
          <a:prstGeom prst="rect">
            <a:avLst/>
          </a:prstGeom>
        </p:spPr>
      </p:pic>
    </p:spTree>
    <p:extLst>
      <p:ext uri="{BB962C8B-B14F-4D97-AF65-F5344CB8AC3E}">
        <p14:creationId xmlns:p14="http://schemas.microsoft.com/office/powerpoint/2010/main" val="950876767"/>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2D93D1A4-FCC8-1325-A2D5-FEE791ED0C7B}"/>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C8A3C342-1D03-412F-8DD3-BF519E8E0A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1C3C221-37E6-5594-33DD-C71D91465A61}"/>
              </a:ext>
            </a:extLst>
          </p:cNvPr>
          <p:cNvSpPr>
            <a:spLocks noGrp="1"/>
          </p:cNvSpPr>
          <p:nvPr>
            <p:ph type="title"/>
          </p:nvPr>
        </p:nvSpPr>
        <p:spPr>
          <a:xfrm>
            <a:off x="648930" y="629266"/>
            <a:ext cx="6188190" cy="1622321"/>
          </a:xfrm>
        </p:spPr>
        <p:txBody>
          <a:bodyPr>
            <a:normAutofit/>
          </a:bodyPr>
          <a:lstStyle/>
          <a:p>
            <a:r>
              <a:rPr lang="en-US">
                <a:solidFill>
                  <a:srgbClr val="EBEBEB"/>
                </a:solidFill>
                <a:latin typeface="Century Gothic"/>
                <a:ea typeface="宋体"/>
              </a:rPr>
              <a:t>Quick Quiz </a:t>
            </a:r>
            <a:endParaRPr lang="en-US">
              <a:solidFill>
                <a:srgbClr val="EBEBEB"/>
              </a:solidFill>
            </a:endParaRPr>
          </a:p>
        </p:txBody>
      </p:sp>
      <p:graphicFrame>
        <p:nvGraphicFramePr>
          <p:cNvPr id="27" name="Content Placeholder 2">
            <a:extLst>
              <a:ext uri="{FF2B5EF4-FFF2-40B4-BE49-F238E27FC236}">
                <a16:creationId xmlns:a16="http://schemas.microsoft.com/office/drawing/2014/main" id="{5DFC7EC9-9D8F-7BBE-739E-707CBAB54A9B}"/>
              </a:ext>
            </a:extLst>
          </p:cNvPr>
          <p:cNvGraphicFramePr>
            <a:graphicFrameLocks noGrp="1"/>
          </p:cNvGraphicFramePr>
          <p:nvPr>
            <p:ph idx="1"/>
            <p:extLst>
              <p:ext uri="{D42A27DB-BD31-4B8C-83A1-F6EECF244321}">
                <p14:modId xmlns:p14="http://schemas.microsoft.com/office/powerpoint/2010/main" val="1306508109"/>
              </p:ext>
            </p:extLst>
          </p:nvPr>
        </p:nvGraphicFramePr>
        <p:xfrm>
          <a:off x="648930" y="2087880"/>
          <a:ext cx="6188189" cy="378541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23" name="Freeform 31">
            <a:extLst>
              <a:ext uri="{FF2B5EF4-FFF2-40B4-BE49-F238E27FC236}">
                <a16:creationId xmlns:a16="http://schemas.microsoft.com/office/drawing/2014/main" id="{81CC9B02-E087-4350-AEBD-2C3CF001AF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15974"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1">
              <a:alpha val="20000"/>
            </a:schemeClr>
          </a:solidFill>
          <a:ln>
            <a:noFill/>
          </a:ln>
        </p:spPr>
        <p:txBody>
          <a:bodyPr rtlCol="0" anchor="ctr"/>
          <a:lstStyle/>
          <a:p>
            <a:pPr algn="ctr"/>
            <a:endParaRPr lang="en-US"/>
          </a:p>
        </p:txBody>
      </p:sp>
      <p:pic>
        <p:nvPicPr>
          <p:cNvPr id="178" name="Picture 177">
            <a:extLst>
              <a:ext uri="{FF2B5EF4-FFF2-40B4-BE49-F238E27FC236}">
                <a16:creationId xmlns:a16="http://schemas.microsoft.com/office/drawing/2014/main" id="{F983A7BB-89BF-6A27-82C5-3247E7B713FA}"/>
              </a:ext>
            </a:extLst>
          </p:cNvPr>
          <p:cNvPicPr>
            <a:picLocks noChangeAspect="1"/>
          </p:cNvPicPr>
          <p:nvPr/>
        </p:nvPicPr>
        <p:blipFill>
          <a:blip r:embed="rId9"/>
          <a:stretch>
            <a:fillRect/>
          </a:stretch>
        </p:blipFill>
        <p:spPr>
          <a:xfrm>
            <a:off x="6675120" y="1102360"/>
            <a:ext cx="6202680" cy="4653280"/>
          </a:xfrm>
          <a:prstGeom prst="rect">
            <a:avLst/>
          </a:prstGeom>
        </p:spPr>
      </p:pic>
    </p:spTree>
    <p:extLst>
      <p:ext uri="{BB962C8B-B14F-4D97-AF65-F5344CB8AC3E}">
        <p14:creationId xmlns:p14="http://schemas.microsoft.com/office/powerpoint/2010/main" val="15726556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7DCA4-DA12-9708-B99C-E851047EBF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B4E9F5-5BA6-E737-4238-D1CDB5A906B7}"/>
              </a:ext>
            </a:extLst>
          </p:cNvPr>
          <p:cNvSpPr>
            <a:spLocks noGrp="1"/>
          </p:cNvSpPr>
          <p:nvPr>
            <p:ph type="title"/>
          </p:nvPr>
        </p:nvSpPr>
        <p:spPr/>
        <p:txBody>
          <a:bodyPr/>
          <a:lstStyle/>
          <a:p>
            <a:r>
              <a:rPr lang="en-CA" sz="3300"/>
              <a:t>References</a:t>
            </a:r>
            <a:r>
              <a:rPr lang="en-CA"/>
              <a:t> </a:t>
            </a:r>
            <a:endParaRPr lang="en-US"/>
          </a:p>
        </p:txBody>
      </p:sp>
      <p:sp>
        <p:nvSpPr>
          <p:cNvPr id="3" name="Content Placeholder 2">
            <a:extLst>
              <a:ext uri="{FF2B5EF4-FFF2-40B4-BE49-F238E27FC236}">
                <a16:creationId xmlns:a16="http://schemas.microsoft.com/office/drawing/2014/main" id="{F2561ECC-AF71-D7A6-6147-A8A17F25398C}"/>
              </a:ext>
            </a:extLst>
          </p:cNvPr>
          <p:cNvSpPr>
            <a:spLocks noGrp="1"/>
          </p:cNvSpPr>
          <p:nvPr>
            <p:ph idx="1"/>
          </p:nvPr>
        </p:nvSpPr>
        <p:spPr/>
        <p:txBody>
          <a:bodyPr vert="horz" lIns="91440" tIns="45720" rIns="91440" bIns="45720" rtlCol="0" anchor="t">
            <a:normAutofit/>
          </a:bodyPr>
          <a:lstStyle/>
          <a:p>
            <a:r>
              <a:rPr lang="en-CA"/>
              <a:t>SPAR NL Microsoft Customer Story</a:t>
            </a:r>
          </a:p>
          <a:p>
            <a:pPr>
              <a:buClr>
                <a:srgbClr val="8AD0D6"/>
              </a:buClr>
            </a:pPr>
            <a:endParaRPr lang="en-CA"/>
          </a:p>
          <a:p>
            <a:pPr>
              <a:buClr>
                <a:srgbClr val="8AD0D6"/>
              </a:buClr>
            </a:pPr>
            <a:r>
              <a:rPr lang="en-CA"/>
              <a:t>Functions hosting options</a:t>
            </a:r>
          </a:p>
          <a:p>
            <a:pPr>
              <a:buClr>
                <a:srgbClr val="8AD0D6"/>
              </a:buClr>
            </a:pPr>
            <a:endParaRPr lang="en-CA"/>
          </a:p>
          <a:p>
            <a:pPr>
              <a:buClr>
                <a:srgbClr val="8AD0D6"/>
              </a:buClr>
            </a:pPr>
            <a:r>
              <a:rPr lang="en-CA"/>
              <a:t>Functions pricing</a:t>
            </a:r>
          </a:p>
        </p:txBody>
      </p:sp>
      <p:pic>
        <p:nvPicPr>
          <p:cNvPr id="4" name="Picture 3">
            <a:extLst>
              <a:ext uri="{FF2B5EF4-FFF2-40B4-BE49-F238E27FC236}">
                <a16:creationId xmlns:a16="http://schemas.microsoft.com/office/drawing/2014/main" id="{5339748C-EF27-85B3-AD1C-FB6997830EB7}"/>
              </a:ext>
            </a:extLst>
          </p:cNvPr>
          <p:cNvPicPr>
            <a:picLocks noChangeAspect="1"/>
          </p:cNvPicPr>
          <p:nvPr/>
        </p:nvPicPr>
        <p:blipFill>
          <a:blip r:embed="rId3"/>
          <a:stretch>
            <a:fillRect/>
          </a:stretch>
        </p:blipFill>
        <p:spPr>
          <a:xfrm>
            <a:off x="7338695" y="2251710"/>
            <a:ext cx="2396490" cy="1795780"/>
          </a:xfrm>
          <a:prstGeom prst="rect">
            <a:avLst/>
          </a:prstGeom>
        </p:spPr>
      </p:pic>
    </p:spTree>
    <p:extLst>
      <p:ext uri="{BB962C8B-B14F-4D97-AF65-F5344CB8AC3E}">
        <p14:creationId xmlns:p14="http://schemas.microsoft.com/office/powerpoint/2010/main" val="219680679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Ion</Template>
  <TotalTime>0</TotalTime>
  <Words>606</Words>
  <Application>Microsoft Office PowerPoint</Application>
  <PresentationFormat>Widescreen</PresentationFormat>
  <Paragraphs>56</Paragraphs>
  <Slides>9</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宋体</vt:lpstr>
      <vt:lpstr>Calibri</vt:lpstr>
      <vt:lpstr>Century Gothic</vt:lpstr>
      <vt:lpstr>Wingdings 3</vt:lpstr>
      <vt:lpstr>Ion</vt:lpstr>
      <vt:lpstr>SERVERLESS COMPUTING AT SPAR NL</vt:lpstr>
      <vt:lpstr>Business problems behind replacing the previous integration system</vt:lpstr>
      <vt:lpstr>How the main Azure components work together</vt:lpstr>
      <vt:lpstr>Why different workloads require different hosting choices</vt:lpstr>
      <vt:lpstr>The trade-offs between usage base costs and response time</vt:lpstr>
      <vt:lpstr>Scalability and Monitoring</vt:lpstr>
      <vt:lpstr>Challenges and Lessons </vt:lpstr>
      <vt:lpstr>Quick Quiz </vt:lpstr>
      <vt:lpstr>References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Hussein Dawod</dc:creator>
  <cp:lastModifiedBy>Hussein Dawod</cp:lastModifiedBy>
  <cp:revision>1</cp:revision>
  <dcterms:created xsi:type="dcterms:W3CDTF">2026-10-20T17:39:14Z</dcterms:created>
  <dcterms:modified xsi:type="dcterms:W3CDTF">2026-10-22T06:36:27Z</dcterms:modified>
</cp:coreProperties>
</file>