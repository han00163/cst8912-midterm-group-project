
<file path=[Content_Types].xml><?xml version="1.0" encoding="utf-8"?>
<Types xmlns="http://schemas.openxmlformats.org/package/2006/content-types">
  <Default Extension="65,15,0&amp;wid=1280&amp;qlt=100&amp;fit=constrain" ContentType="image/jpeg"/>
  <Default Extension="65,15,0&amp;wid=1900&amp;hei=550&amp;qlt=100&amp;fmt=png-alpha&amp;fit=crop" ContentType="image/pn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ting Zheng" userId="72237415-4a05-4ccd-b76c-724ae1aa94af" providerId="ADAL" clId="{A9AC8DD7-99C4-4C04-BD45-B5560A7C1890}"/>
    <pc:docChg chg="undo custSel modSld">
      <pc:chgData name="Xiaoting Zheng" userId="72237415-4a05-4ccd-b76c-724ae1aa94af" providerId="ADAL" clId="{A9AC8DD7-99C4-4C04-BD45-B5560A7C1890}" dt="2026-10-20T21:11:16.302" v="66" actId="20577"/>
      <pc:docMkLst>
        <pc:docMk/>
      </pc:docMkLst>
      <pc:sldChg chg="modSp mod">
        <pc:chgData name="Xiaoting Zheng" userId="72237415-4a05-4ccd-b76c-724ae1aa94af" providerId="ADAL" clId="{A9AC8DD7-99C4-4C04-BD45-B5560A7C1890}" dt="2026-10-20T21:11:16.302" v="66" actId="20577"/>
        <pc:sldMkLst>
          <pc:docMk/>
          <pc:sldMk cId="1330508910" sldId="256"/>
        </pc:sldMkLst>
        <pc:spChg chg="mod">
          <ac:chgData name="Xiaoting Zheng" userId="72237415-4a05-4ccd-b76c-724ae1aa94af" providerId="ADAL" clId="{A9AC8DD7-99C4-4C04-BD45-B5560A7C1890}" dt="2026-10-20T21:11:16.302" v="66" actId="20577"/>
          <ac:spMkLst>
            <pc:docMk/>
            <pc:sldMk cId="1330508910" sldId="256"/>
            <ac:spMk id="3" creationId="{6AFA05B9-BE15-C371-83D3-B5FF5BD2BF45}"/>
          </ac:spMkLst>
        </pc:spChg>
      </pc:sldChg>
    </pc:docChg>
  </pc:docChgLst>
  <pc:docChgLst>
    <pc:chgData name="Hussein Dawod" userId="713cb18b-743f-47e4-864b-1259d57e11a2" providerId="ADAL" clId="{C9023323-2620-4C8A-A186-951593A443A2}"/>
    <pc:docChg chg="addSld modSld">
      <pc:chgData name="Hussein Dawod" userId="713cb18b-743f-47e4-864b-1259d57e11a2" providerId="ADAL" clId="{C9023323-2620-4C8A-A186-951593A443A2}" dt="2026-10-22T01:20:30.709" v="177" actId="20577"/>
      <pc:docMkLst>
        <pc:docMk/>
      </pc:docMkLst>
      <pc:sldChg chg="modSp mod">
        <pc:chgData name="Hussein Dawod" userId="713cb18b-743f-47e4-864b-1259d57e11a2" providerId="ADAL" clId="{C9023323-2620-4C8A-A186-951593A443A2}" dt="2026-10-22T01:17:11.569" v="36" actId="1076"/>
        <pc:sldMkLst>
          <pc:docMk/>
          <pc:sldMk cId="1330508910" sldId="256"/>
        </pc:sldMkLst>
        <pc:spChg chg="mod">
          <ac:chgData name="Hussein Dawod" userId="713cb18b-743f-47e4-864b-1259d57e11a2" providerId="ADAL" clId="{C9023323-2620-4C8A-A186-951593A443A2}" dt="2026-10-22T01:17:11.569" v="36" actId="1076"/>
          <ac:spMkLst>
            <pc:docMk/>
            <pc:sldMk cId="1330508910" sldId="256"/>
            <ac:spMk id="2" creationId="{B42DEB0C-E09D-F50C-56C7-19588C7C5AE2}"/>
          </ac:spMkLst>
        </pc:spChg>
      </pc:sldChg>
      <pc:sldChg chg="modSp new mod">
        <pc:chgData name="Hussein Dawod" userId="713cb18b-743f-47e4-864b-1259d57e11a2" providerId="ADAL" clId="{C9023323-2620-4C8A-A186-951593A443A2}" dt="2026-10-22T01:18:04.202" v="103" actId="20577"/>
        <pc:sldMkLst>
          <pc:docMk/>
          <pc:sldMk cId="4056211146" sldId="260"/>
        </pc:sldMkLst>
        <pc:spChg chg="mod">
          <ac:chgData name="Hussein Dawod" userId="713cb18b-743f-47e4-864b-1259d57e11a2" providerId="ADAL" clId="{C9023323-2620-4C8A-A186-951593A443A2}" dt="2026-10-22T01:18:04.202" v="103" actId="20577"/>
          <ac:spMkLst>
            <pc:docMk/>
            <pc:sldMk cId="4056211146" sldId="260"/>
            <ac:spMk id="2" creationId="{4ED10533-A634-BCF7-7EA3-42B65B504A5F}"/>
          </ac:spMkLst>
        </pc:spChg>
      </pc:sldChg>
      <pc:sldChg chg="modSp new mod">
        <pc:chgData name="Hussein Dawod" userId="713cb18b-743f-47e4-864b-1259d57e11a2" providerId="ADAL" clId="{C9023323-2620-4C8A-A186-951593A443A2}" dt="2026-10-22T01:20:30.709" v="177" actId="20577"/>
        <pc:sldMkLst>
          <pc:docMk/>
          <pc:sldMk cId="1998611066" sldId="261"/>
        </pc:sldMkLst>
        <pc:spChg chg="mod">
          <ac:chgData name="Hussein Dawod" userId="713cb18b-743f-47e4-864b-1259d57e11a2" providerId="ADAL" clId="{C9023323-2620-4C8A-A186-951593A443A2}" dt="2026-10-22T01:20:30.709" v="177" actId="20577"/>
          <ac:spMkLst>
            <pc:docMk/>
            <pc:sldMk cId="1998611066" sldId="261"/>
            <ac:spMk id="2" creationId="{A6985306-8058-68F8-670A-5744BC1B849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10/21/2026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10/21/2026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65,15,0&amp;wid=1900&amp;hei=550&amp;qlt=100&amp;fmt=png-alpha&amp;fit=cro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65,15,0&amp;wid=1280&amp;qlt=100&amp;fit=constra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DEB0C-E09D-F50C-56C7-19588C7C5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504" y="1912263"/>
            <a:ext cx="11037045" cy="2390955"/>
          </a:xfrm>
        </p:spPr>
        <p:txBody>
          <a:bodyPr/>
          <a:lstStyle/>
          <a:p>
            <a:r>
              <a:rPr lang="en-CA" dirty="0"/>
              <a:t>SERVERLESS COMPUTING</a:t>
            </a:r>
            <a:br>
              <a:rPr lang="en-CA" dirty="0"/>
            </a:br>
            <a:r>
              <a:rPr lang="en-CA" i="1" dirty="0"/>
              <a:t>SPAR NL ANALYSIS</a:t>
            </a:r>
            <a:r>
              <a:rPr lang="en-CA" dirty="0"/>
              <a:t>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FA05B9-BE15-C371-83D3-B5FF5BD2B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753724"/>
          </a:xfrm>
        </p:spPr>
        <p:txBody>
          <a:bodyPr/>
          <a:lstStyle/>
          <a:p>
            <a:r>
              <a:rPr lang="en-CA" dirty="0"/>
              <a:t>Members: DAVID HAN, ELLIE ZHENG, HUSSEIN DAWOD</a:t>
            </a:r>
          </a:p>
          <a:p>
            <a:endParaRPr lang="en-CA" dirty="0">
              <a:latin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2B27499-D2DE-E6EF-41B4-D7453FB92BE8}"/>
              </a:ext>
            </a:extLst>
          </p:cNvPr>
          <p:cNvSpPr txBox="1"/>
          <p:nvPr/>
        </p:nvSpPr>
        <p:spPr>
          <a:xfrm>
            <a:off x="857504" y="5357368"/>
            <a:ext cx="1060258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altLang="zh-CN" sz="1100" dirty="0"/>
              <a:t>https://www.microsoft.com/en/customers/story/1607488243744944969-spar-nl-readies-future-retail-with-azure-integration-services#exec-summary-section</a:t>
            </a:r>
            <a:endParaRPr lang="zh-CN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330508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21FA6-B1A6-6E76-224E-59E8E752C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215" y="50382"/>
            <a:ext cx="9404723" cy="1400530"/>
          </a:xfrm>
        </p:spPr>
        <p:txBody>
          <a:bodyPr/>
          <a:lstStyle/>
          <a:p>
            <a:r>
              <a:rPr lang="zh-CN" altLang="zh-CN" dirty="0"/>
              <a:t>Business problems behind replacing the previous integration system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28459-8001-BE38-FE27-1E2F461B9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397" y="1642454"/>
            <a:ext cx="8946541" cy="4195481"/>
          </a:xfrm>
        </p:spPr>
        <p:txBody>
          <a:bodyPr/>
          <a:lstStyle/>
          <a:p>
            <a:r>
              <a:rPr lang="zh-CN" altLang="zh-CN" dirty="0"/>
              <a:t>Limited flexibility</a:t>
            </a:r>
            <a:endParaRPr lang="en-US" altLang="zh-CN" dirty="0"/>
          </a:p>
          <a:p>
            <a:r>
              <a:rPr lang="en-US" dirty="0"/>
              <a:t>Poor visibility</a:t>
            </a:r>
          </a:p>
          <a:p>
            <a:r>
              <a:rPr lang="en-US" dirty="0"/>
              <a:t>Slow troubleshooting</a:t>
            </a:r>
          </a:p>
          <a:p>
            <a:r>
              <a:rPr lang="en-US" dirty="0"/>
              <a:t>Cloud migration barriers</a:t>
            </a:r>
          </a:p>
          <a:p>
            <a:r>
              <a:rPr lang="en-US" dirty="0"/>
              <a:t>Demand for scaling</a:t>
            </a:r>
            <a:r>
              <a:rPr lang="en-CA" dirty="0"/>
              <a:t> 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76AEBA-6900-BD47-FD7E-7A06EAAC6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40" y="4016546"/>
            <a:ext cx="9143998" cy="264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26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4A48E-C1AF-7B09-6B4C-3AEE3B562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30" y="123534"/>
            <a:ext cx="9404723" cy="1400530"/>
          </a:xfrm>
        </p:spPr>
        <p:txBody>
          <a:bodyPr/>
          <a:lstStyle/>
          <a:p>
            <a:r>
              <a:rPr lang="zh-CN" altLang="zh-CN" dirty="0"/>
              <a:t>How the main Azure components work together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6CE0D-8B9A-0F5C-0B6F-986A74134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Azure Logic Apps</a:t>
            </a:r>
          </a:p>
          <a:p>
            <a:r>
              <a:rPr lang="en-CA" dirty="0"/>
              <a:t>Azure Blob Storage</a:t>
            </a:r>
          </a:p>
          <a:p>
            <a:r>
              <a:rPr lang="en-CA" dirty="0"/>
              <a:t>Azure Route Events</a:t>
            </a:r>
          </a:p>
          <a:p>
            <a:r>
              <a:rPr lang="en-CA" dirty="0"/>
              <a:t>Azure Functions</a:t>
            </a:r>
          </a:p>
          <a:p>
            <a:r>
              <a:rPr lang="en-CA" dirty="0"/>
              <a:t>Azure File Sync</a:t>
            </a:r>
          </a:p>
        </p:txBody>
      </p:sp>
      <p:pic>
        <p:nvPicPr>
          <p:cNvPr id="5" name="图片 4" descr="Flowchart of Spar's Azure data processing system">
            <a:extLst>
              <a:ext uri="{FF2B5EF4-FFF2-40B4-BE49-F238E27FC236}">
                <a16:creationId xmlns:a16="http://schemas.microsoft.com/office/drawing/2014/main" id="{90F8500D-4611-3F90-5CF1-A03B7A660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548" y="1450912"/>
            <a:ext cx="5428648" cy="515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814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10533-A634-BCF7-7EA3-42B65B504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Why different workloads require different hosting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03B8F-3DA9-217F-85B5-491D3ECD8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56211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85306-8058-68F8-670A-5744BC1B8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trade-offs between usage base costs and response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F84E8-F660-EAFE-DC47-DF067DB8C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86110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</TotalTime>
  <Words>188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SERVERLESS COMPUTING SPAR NL ANALYSIS </vt:lpstr>
      <vt:lpstr>Business problems behind replacing the previous integration system</vt:lpstr>
      <vt:lpstr>How the main Azure components work together</vt:lpstr>
      <vt:lpstr>Why different workloads require different hosting choices</vt:lpstr>
      <vt:lpstr>The trade-offs between usage base costs and response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Hussein Dawod</dc:creator>
  <cp:lastModifiedBy>Hussein Dawod</cp:lastModifiedBy>
  <cp:revision>2</cp:revision>
  <dcterms:created xsi:type="dcterms:W3CDTF">2026-10-20T17:39:14Z</dcterms:created>
  <dcterms:modified xsi:type="dcterms:W3CDTF">2026-10-22T01:20:49Z</dcterms:modified>
</cp:coreProperties>
</file>