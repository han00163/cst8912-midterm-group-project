
<file path=[Content_Types].xml><?xml version="1.0" encoding="utf-8"?>
<Types xmlns="http://schemas.openxmlformats.org/package/2006/content-types">
  <Default Extension="65,15,0&amp;wid=1280&amp;qlt=100&amp;fit=constrain" ContentType="image/jpeg"/>
  <Default Extension="65,15,0&amp;wid=1900&amp;hei=550&amp;qlt=100&amp;fmt=png-alpha&amp;fit=crop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BE3D20-FE84-473E-BBA6-9D0D62224E83}" v="68" dt="2026-10-20T21:11:16.3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53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ting Zheng" userId="72237415-4a05-4ccd-b76c-724ae1aa94af" providerId="ADAL" clId="{A9AC8DD7-99C4-4C04-BD45-B5560A7C1890}"/>
    <pc:docChg chg="undo custSel modSld">
      <pc:chgData name="Xiaoting Zheng" userId="72237415-4a05-4ccd-b76c-724ae1aa94af" providerId="ADAL" clId="{A9AC8DD7-99C4-4C04-BD45-B5560A7C1890}" dt="2026-10-20T21:11:16.302" v="66" actId="20577"/>
      <pc:docMkLst>
        <pc:docMk/>
      </pc:docMkLst>
      <pc:sldChg chg="modSp mod">
        <pc:chgData name="Xiaoting Zheng" userId="72237415-4a05-4ccd-b76c-724ae1aa94af" providerId="ADAL" clId="{A9AC8DD7-99C4-4C04-BD45-B5560A7C1890}" dt="2026-10-20T21:11:16.302" v="66" actId="20577"/>
        <pc:sldMkLst>
          <pc:docMk/>
          <pc:sldMk cId="1330508910" sldId="256"/>
        </pc:sldMkLst>
        <pc:spChg chg="mod">
          <ac:chgData name="Xiaoting Zheng" userId="72237415-4a05-4ccd-b76c-724ae1aa94af" providerId="ADAL" clId="{A9AC8DD7-99C4-4C04-BD45-B5560A7C1890}" dt="2026-10-20T21:11:16.302" v="66" actId="20577"/>
          <ac:spMkLst>
            <pc:docMk/>
            <pc:sldMk cId="1330508910" sldId="256"/>
            <ac:spMk id="3" creationId="{6AFA05B9-BE15-C371-83D3-B5FF5BD2BF45}"/>
          </ac:spMkLst>
        </pc:spChg>
      </pc:sldChg>
      <pc:sldChg chg="modSp mod">
        <pc:chgData name="Xiaoting Zheng" userId="72237415-4a05-4ccd-b76c-724ae1aa94af" providerId="ADAL" clId="{A9AC8DD7-99C4-4C04-BD45-B5560A7C1890}" dt="2026-10-20T21:11:13.270" v="64" actId="20577"/>
        <pc:sldMkLst>
          <pc:docMk/>
          <pc:sldMk cId="2915910398" sldId="257"/>
        </pc:sldMkLst>
        <pc:spChg chg="mod">
          <ac:chgData name="Xiaoting Zheng" userId="72237415-4a05-4ccd-b76c-724ae1aa94af" providerId="ADAL" clId="{A9AC8DD7-99C4-4C04-BD45-B5560A7C1890}" dt="2026-10-20T21:11:13.270" v="64" actId="20577"/>
          <ac:spMkLst>
            <pc:docMk/>
            <pc:sldMk cId="2915910398" sldId="257"/>
            <ac:spMk id="3" creationId="{AC6A748D-E5FA-4015-F9BA-E16456391EA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65,15,0&amp;wid=1900&amp;hei=550&amp;qlt=100&amp;fmt=png-alpha&amp;fit=cro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65,15,0&amp;wid=1280&amp;qlt=100&amp;fit=constra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DEB0C-E09D-F50C-56C7-19588C7C5A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/>
              <a:t>SPAR NL ANALYSIS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FA05B9-BE15-C371-83D3-B5FF5BD2BF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753724"/>
          </a:xfrm>
        </p:spPr>
        <p:txBody>
          <a:bodyPr/>
          <a:lstStyle/>
          <a:p>
            <a:r>
              <a:rPr lang="en-CA" dirty="0"/>
              <a:t>Members: DAVID HAN, ELLIE ZHENG, HUSSEIN DAWOD</a:t>
            </a:r>
          </a:p>
          <a:p>
            <a:endParaRPr lang="en-CA" dirty="0">
              <a:latin typeface="+mn-lt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B27499-D2DE-E6EF-41B4-D7453FB92BE8}"/>
              </a:ext>
            </a:extLst>
          </p:cNvPr>
          <p:cNvSpPr txBox="1"/>
          <p:nvPr/>
        </p:nvSpPr>
        <p:spPr>
          <a:xfrm>
            <a:off x="857504" y="5357368"/>
            <a:ext cx="106025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altLang="zh-CN" sz="1100" dirty="0"/>
              <a:t>https://www.microsoft.com/en/customers/story/1607488243744944969-spar-nl-readies-future-retail-with-azure-integration-services#exec-summary-section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330508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21FA6-B1A6-6E76-224E-59E8E752C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215" y="50382"/>
            <a:ext cx="9404723" cy="1400530"/>
          </a:xfrm>
        </p:spPr>
        <p:txBody>
          <a:bodyPr/>
          <a:lstStyle/>
          <a:p>
            <a:r>
              <a:rPr lang="zh-CN" altLang="zh-CN" dirty="0"/>
              <a:t>Business problems behind replacing the previous integration system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28459-8001-BE38-FE27-1E2F461B9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7397" y="1642454"/>
            <a:ext cx="8946541" cy="4195481"/>
          </a:xfrm>
        </p:spPr>
        <p:txBody>
          <a:bodyPr/>
          <a:lstStyle/>
          <a:p>
            <a:r>
              <a:rPr lang="zh-CN" altLang="zh-CN" dirty="0"/>
              <a:t>Limited flexibility</a:t>
            </a:r>
            <a:endParaRPr lang="en-US" altLang="zh-CN" dirty="0"/>
          </a:p>
          <a:p>
            <a:r>
              <a:rPr lang="en-US" dirty="0"/>
              <a:t>Poor visibility</a:t>
            </a:r>
          </a:p>
          <a:p>
            <a:r>
              <a:rPr lang="en-US" dirty="0"/>
              <a:t>Slow troubleshooting</a:t>
            </a:r>
          </a:p>
          <a:p>
            <a:r>
              <a:rPr lang="en-US" dirty="0"/>
              <a:t>Cloud migration barriers</a:t>
            </a:r>
          </a:p>
          <a:p>
            <a:r>
              <a:rPr lang="en-US" dirty="0"/>
              <a:t>Demand for scaling</a:t>
            </a:r>
            <a:r>
              <a:rPr lang="en-CA" dirty="0"/>
              <a:t>  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476AEBA-6900-BD47-FD7E-7A06EAAC6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940" y="4016546"/>
            <a:ext cx="9143998" cy="2646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826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4A48E-C1AF-7B09-6B4C-3AEE3B562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123534"/>
            <a:ext cx="9404723" cy="1400530"/>
          </a:xfrm>
        </p:spPr>
        <p:txBody>
          <a:bodyPr/>
          <a:lstStyle/>
          <a:p>
            <a:r>
              <a:rPr lang="zh-CN" altLang="zh-CN" dirty="0"/>
              <a:t>How the main Azure components work together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E6CE0D-8B9A-0F5C-0B6F-986A74134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Azure Logic Apps</a:t>
            </a:r>
          </a:p>
          <a:p>
            <a:r>
              <a:rPr lang="en-CA" dirty="0"/>
              <a:t>Azure Blob Storage</a:t>
            </a:r>
          </a:p>
          <a:p>
            <a:r>
              <a:rPr lang="en-CA" dirty="0"/>
              <a:t>Azure Route Events</a:t>
            </a:r>
          </a:p>
          <a:p>
            <a:r>
              <a:rPr lang="en-CA" dirty="0"/>
              <a:t>Azure Functions</a:t>
            </a:r>
          </a:p>
          <a:p>
            <a:r>
              <a:rPr lang="en-CA" dirty="0"/>
              <a:t>Azure File Sync</a:t>
            </a:r>
          </a:p>
        </p:txBody>
      </p:sp>
      <p:pic>
        <p:nvPicPr>
          <p:cNvPr id="5" name="图片 4" descr="Flowchart of Spar's Azure data processing system">
            <a:extLst>
              <a:ext uri="{FF2B5EF4-FFF2-40B4-BE49-F238E27FC236}">
                <a16:creationId xmlns:a16="http://schemas.microsoft.com/office/drawing/2014/main" id="{90F8500D-4611-3F90-5CF1-A03B7A660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3548" y="1450912"/>
            <a:ext cx="5428648" cy="515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8146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169</Words>
  <Application>Microsoft Office PowerPoint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Century Gothic</vt:lpstr>
      <vt:lpstr>Wingdings 3</vt:lpstr>
      <vt:lpstr>Ion</vt:lpstr>
      <vt:lpstr>SPAR NL ANALYSIS </vt:lpstr>
      <vt:lpstr>Business problems behind replacing the previous integration system</vt:lpstr>
      <vt:lpstr>How the main Azure components work together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Hussein Dawod</dc:creator>
  <cp:lastModifiedBy>David Han</cp:lastModifiedBy>
  <cp:revision>2</cp:revision>
  <dcterms:created xsi:type="dcterms:W3CDTF">2026-10-20T17:39:14Z</dcterms:created>
  <dcterms:modified xsi:type="dcterms:W3CDTF">2026-10-22T00:28:56Z</dcterms:modified>
</cp:coreProperties>
</file>